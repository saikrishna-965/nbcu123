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rels" ContentType="application/vnd.openxmlformats-package.relationships+xml"/>
  <Default Extension="xml" ContentType="application/xml"/>
  <Default Extension="wdp" ContentType="image/vnd.ms-photo"/>
  <Default Extension="tiff" ContentType="image/tiff"/>
  <Default Extension="vml" ContentType="application/vnd.openxmlformats-officedocument.vmlDrawing"/>
  <Default Extension="jpg" ContentType="image/jpeg"/>
  <Override PartName="/ppt/diagrams/data1.xml" ContentType="application/vnd.openxmlformats-officedocument.drawingml.diagramData+xml"/>
  <Override PartName="/ppt/presentation.xml" ContentType="application/vnd.openxmlformats-officedocument.presentationml.presentation.main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1.xml" ContentType="application/vnd.openxmlformats-officedocument.theme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6" r:id="rId1"/>
  </p:sldMasterIdLst>
  <p:notesMasterIdLst>
    <p:notesMasterId r:id="rId9"/>
  </p:notesMasterIdLst>
  <p:handoutMasterIdLst>
    <p:handoutMasterId r:id="rId10"/>
  </p:handoutMasterIdLst>
  <p:sldIdLst>
    <p:sldId id="374" r:id="rId2"/>
    <p:sldId id="597" r:id="rId3"/>
    <p:sldId id="598" r:id="rId4"/>
    <p:sldId id="599" r:id="rId5"/>
    <p:sldId id="384" r:id="rId6"/>
    <p:sldId id="594" r:id="rId7"/>
    <p:sldId id="600" r:id="rId8"/>
  </p:sldIdLst>
  <p:sldSz cx="9144000" cy="5143500" type="screen16x9"/>
  <p:notesSz cx="6954838" cy="1197927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AB11"/>
    <a:srgbClr val="CCD3E8"/>
    <a:srgbClr val="D9D9D9"/>
    <a:srgbClr val="002060"/>
    <a:srgbClr val="404040"/>
    <a:srgbClr val="F4F5FA"/>
    <a:srgbClr val="E7EAF4"/>
    <a:srgbClr val="595959"/>
    <a:srgbClr val="959BAC"/>
    <a:srgbClr val="0A347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4485" autoAdjust="0"/>
    <p:restoredTop sz="95268" autoAdjust="0"/>
  </p:normalViewPr>
  <p:slideViewPr>
    <p:cSldViewPr>
      <p:cViewPr varScale="1">
        <p:scale>
          <a:sx n="97" d="100"/>
          <a:sy n="97" d="100"/>
        </p:scale>
        <p:origin x="1056" y="7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0" d="100"/>
        <a:sy n="120" d="100"/>
      </p:scale>
      <p:origin x="0" y="0"/>
    </p:cViewPr>
  </p:sorterViewPr>
  <p:notesViewPr>
    <p:cSldViewPr>
      <p:cViewPr varScale="1">
        <p:scale>
          <a:sx n="93" d="100"/>
          <a:sy n="93" d="100"/>
        </p:scale>
        <p:origin x="8170" y="10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17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1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F16BA83-1834-422B-9E85-E18CB93AEEDB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883A7E0-2474-4691-AECC-29C5986ADDEF}">
      <dgm:prSet phldrT="[Text]"/>
      <dgm:spPr/>
      <dgm:t>
        <a:bodyPr/>
        <a:lstStyle/>
        <a:p>
          <a:r>
            <a:rPr lang="en-US" dirty="0" smtClean="0"/>
            <a:t>Option 1: Migration of Existing Data Model </a:t>
          </a:r>
          <a:endParaRPr lang="en-US" dirty="0"/>
        </a:p>
      </dgm:t>
    </dgm:pt>
    <dgm:pt modelId="{7BBB100C-8186-44CE-815A-77632034C289}" type="parTrans" cxnId="{8FFA7F2F-2711-4B03-AB86-EDCEA6FF421B}">
      <dgm:prSet/>
      <dgm:spPr/>
      <dgm:t>
        <a:bodyPr/>
        <a:lstStyle/>
        <a:p>
          <a:endParaRPr lang="en-US"/>
        </a:p>
      </dgm:t>
    </dgm:pt>
    <dgm:pt modelId="{68324283-A4FE-41FE-ACB4-44BE9D58E08C}" type="sibTrans" cxnId="{8FFA7F2F-2711-4B03-AB86-EDCEA6FF421B}">
      <dgm:prSet/>
      <dgm:spPr/>
      <dgm:t>
        <a:bodyPr/>
        <a:lstStyle/>
        <a:p>
          <a:endParaRPr lang="en-US"/>
        </a:p>
      </dgm:t>
    </dgm:pt>
    <dgm:pt modelId="{584B88CB-38A5-40EB-AED8-C0E71664B5AA}">
      <dgm:prSet phldrT="[Text]" custT="1"/>
      <dgm:spPr/>
      <dgm:t>
        <a:bodyPr/>
        <a:lstStyle/>
        <a:p>
          <a:r>
            <a:rPr lang="en-US" sz="1000" dirty="0" smtClean="0">
              <a:solidFill>
                <a:schemeClr val="tx1"/>
              </a:solidFill>
            </a:rPr>
            <a:t>Keep the Key Figure base model Data in the existing system</a:t>
          </a:r>
          <a:endParaRPr lang="en-US" sz="1000" dirty="0"/>
        </a:p>
      </dgm:t>
    </dgm:pt>
    <dgm:pt modelId="{EF2629C5-189D-4A8B-A839-E2E74E2CF640}" type="parTrans" cxnId="{3C2EF1D6-CE73-43CD-841C-4C4F77CD692B}">
      <dgm:prSet/>
      <dgm:spPr/>
      <dgm:t>
        <a:bodyPr/>
        <a:lstStyle/>
        <a:p>
          <a:endParaRPr lang="en-US"/>
        </a:p>
      </dgm:t>
    </dgm:pt>
    <dgm:pt modelId="{EC405D17-F9B5-432A-B375-B3806BD69FA5}" type="sibTrans" cxnId="{3C2EF1D6-CE73-43CD-841C-4C4F77CD692B}">
      <dgm:prSet/>
      <dgm:spPr/>
      <dgm:t>
        <a:bodyPr/>
        <a:lstStyle/>
        <a:p>
          <a:endParaRPr lang="en-US"/>
        </a:p>
      </dgm:t>
    </dgm:pt>
    <dgm:pt modelId="{02DC4471-CDAD-4F30-AF11-543F2B0171C1}">
      <dgm:prSet phldrT="[Text]"/>
      <dgm:spPr/>
      <dgm:t>
        <a:bodyPr/>
        <a:lstStyle/>
        <a:p>
          <a:r>
            <a:rPr lang="en-US" dirty="0" smtClean="0"/>
            <a:t>Option 2 : Implement HANA Optimized model</a:t>
          </a:r>
          <a:endParaRPr lang="en-US" dirty="0"/>
        </a:p>
      </dgm:t>
    </dgm:pt>
    <dgm:pt modelId="{7847F0E9-4959-4E3E-885E-8AC84B146052}" type="parTrans" cxnId="{A47527B3-4E41-4CA5-AF28-512DA395F11A}">
      <dgm:prSet/>
      <dgm:spPr/>
      <dgm:t>
        <a:bodyPr/>
        <a:lstStyle/>
        <a:p>
          <a:endParaRPr lang="en-US"/>
        </a:p>
      </dgm:t>
    </dgm:pt>
    <dgm:pt modelId="{17C8911E-8457-4B46-B68A-A440AE049711}" type="sibTrans" cxnId="{A47527B3-4E41-4CA5-AF28-512DA395F11A}">
      <dgm:prSet/>
      <dgm:spPr/>
      <dgm:t>
        <a:bodyPr/>
        <a:lstStyle/>
        <a:p>
          <a:endParaRPr lang="en-US"/>
        </a:p>
      </dgm:t>
    </dgm:pt>
    <dgm:pt modelId="{C5862013-B9D6-496E-B704-2DD3073C1BAA}">
      <dgm:prSet phldrT="[Text]" custT="1"/>
      <dgm:spPr/>
      <dgm:t>
        <a:bodyPr/>
        <a:lstStyle/>
        <a:p>
          <a:r>
            <a:rPr lang="en-US" sz="1000" dirty="0" smtClean="0">
              <a:solidFill>
                <a:schemeClr val="tx1"/>
              </a:solidFill>
            </a:rPr>
            <a:t>Implement the HANA optimized Account based model </a:t>
          </a:r>
          <a:endParaRPr lang="en-US" sz="1000" dirty="0"/>
        </a:p>
      </dgm:t>
    </dgm:pt>
    <dgm:pt modelId="{719C2B04-CF1D-4025-85C2-551593F8B95A}" type="parTrans" cxnId="{8DDEF3D4-6EC9-4D3A-A0BC-623B3D0047E1}">
      <dgm:prSet/>
      <dgm:spPr/>
      <dgm:t>
        <a:bodyPr/>
        <a:lstStyle/>
        <a:p>
          <a:endParaRPr lang="en-US"/>
        </a:p>
      </dgm:t>
    </dgm:pt>
    <dgm:pt modelId="{2AF52942-88FA-49EE-8EDF-C7018B40CAF3}" type="sibTrans" cxnId="{8DDEF3D4-6EC9-4D3A-A0BC-623B3D0047E1}">
      <dgm:prSet/>
      <dgm:spPr/>
      <dgm:t>
        <a:bodyPr/>
        <a:lstStyle/>
        <a:p>
          <a:endParaRPr lang="en-US"/>
        </a:p>
      </dgm:t>
    </dgm:pt>
    <dgm:pt modelId="{734A71CE-D789-41F8-BB6D-1043C5279C52}">
      <dgm:prSet custT="1"/>
      <dgm:spPr/>
      <dgm:t>
        <a:bodyPr/>
        <a:lstStyle/>
        <a:p>
          <a:r>
            <a:rPr lang="en-US" sz="1000" dirty="0" smtClean="0">
              <a:solidFill>
                <a:schemeClr val="tx1"/>
              </a:solidFill>
            </a:rPr>
            <a:t>Create </a:t>
          </a:r>
          <a:r>
            <a:rPr lang="en-US" sz="1000" dirty="0" err="1" smtClean="0">
              <a:solidFill>
                <a:schemeClr val="tx1"/>
              </a:solidFill>
            </a:rPr>
            <a:t>aDSO</a:t>
          </a:r>
          <a:r>
            <a:rPr lang="en-US" sz="1000" dirty="0" smtClean="0">
              <a:solidFill>
                <a:schemeClr val="tx1"/>
              </a:solidFill>
            </a:rPr>
            <a:t>/Cube same as ZMM07/ ZMM04 structure</a:t>
          </a:r>
          <a:endParaRPr lang="en-US" sz="1000" dirty="0">
            <a:solidFill>
              <a:schemeClr val="tx1"/>
            </a:solidFill>
          </a:endParaRPr>
        </a:p>
      </dgm:t>
    </dgm:pt>
    <dgm:pt modelId="{93412961-347C-498B-BBFA-2E39872C5069}" type="parTrans" cxnId="{3DA08675-6794-49C5-9554-63374E6C2AD8}">
      <dgm:prSet/>
      <dgm:spPr/>
      <dgm:t>
        <a:bodyPr/>
        <a:lstStyle/>
        <a:p>
          <a:endParaRPr lang="en-US"/>
        </a:p>
      </dgm:t>
    </dgm:pt>
    <dgm:pt modelId="{003DAD84-1626-4A70-9AFA-C6B301ED14CF}" type="sibTrans" cxnId="{3DA08675-6794-49C5-9554-63374E6C2AD8}">
      <dgm:prSet/>
      <dgm:spPr/>
      <dgm:t>
        <a:bodyPr/>
        <a:lstStyle/>
        <a:p>
          <a:endParaRPr lang="en-US"/>
        </a:p>
      </dgm:t>
    </dgm:pt>
    <dgm:pt modelId="{AE1F5E48-27BC-420F-A989-118C5E5B57F3}">
      <dgm:prSet custT="1"/>
      <dgm:spPr/>
      <dgm:t>
        <a:bodyPr/>
        <a:lstStyle/>
        <a:p>
          <a:r>
            <a:rPr lang="en-US" sz="1000" dirty="0" smtClean="0">
              <a:solidFill>
                <a:schemeClr val="tx1"/>
              </a:solidFill>
            </a:rPr>
            <a:t>Convert/Copy the existing the 3.x transformation to 7.x transformation</a:t>
          </a:r>
          <a:endParaRPr lang="en-US" sz="1000" dirty="0">
            <a:solidFill>
              <a:schemeClr val="tx1"/>
            </a:solidFill>
          </a:endParaRPr>
        </a:p>
      </dgm:t>
    </dgm:pt>
    <dgm:pt modelId="{2AC544C9-2B71-444A-A5E1-2B4AC22E8A66}" type="parTrans" cxnId="{F6B173DC-8213-4841-90A0-FB90459EE70B}">
      <dgm:prSet/>
      <dgm:spPr/>
      <dgm:t>
        <a:bodyPr/>
        <a:lstStyle/>
        <a:p>
          <a:endParaRPr lang="en-US"/>
        </a:p>
      </dgm:t>
    </dgm:pt>
    <dgm:pt modelId="{7B68D408-3CB0-4795-B066-3C5A5F3E1E6E}" type="sibTrans" cxnId="{F6B173DC-8213-4841-90A0-FB90459EE70B}">
      <dgm:prSet/>
      <dgm:spPr/>
      <dgm:t>
        <a:bodyPr/>
        <a:lstStyle/>
        <a:p>
          <a:endParaRPr lang="en-US"/>
        </a:p>
      </dgm:t>
    </dgm:pt>
    <dgm:pt modelId="{F55DBD4F-8E60-4264-997E-5CAAB3AA0F49}">
      <dgm:prSet custT="1"/>
      <dgm:spPr/>
      <dgm:t>
        <a:bodyPr/>
        <a:lstStyle/>
        <a:p>
          <a:r>
            <a:rPr lang="en-US" sz="1000" dirty="0" smtClean="0">
              <a:solidFill>
                <a:schemeClr val="tx1"/>
              </a:solidFill>
            </a:rPr>
            <a:t>Copy the Query based on top of ZMM07/ ZMM04 based on the production usage </a:t>
          </a:r>
          <a:endParaRPr lang="en-US" sz="1000" dirty="0">
            <a:solidFill>
              <a:schemeClr val="tx1"/>
            </a:solidFill>
          </a:endParaRPr>
        </a:p>
      </dgm:t>
    </dgm:pt>
    <dgm:pt modelId="{FBF2DD15-0951-4919-BB15-D3E8BA70CF08}" type="parTrans" cxnId="{BE27DBB0-E4B2-4706-AD88-B36426D5F148}">
      <dgm:prSet/>
      <dgm:spPr/>
      <dgm:t>
        <a:bodyPr/>
        <a:lstStyle/>
        <a:p>
          <a:endParaRPr lang="en-US"/>
        </a:p>
      </dgm:t>
    </dgm:pt>
    <dgm:pt modelId="{BE2D6B9B-0A95-42EA-8C77-E6E28A52D7F2}" type="sibTrans" cxnId="{BE27DBB0-E4B2-4706-AD88-B36426D5F148}">
      <dgm:prSet/>
      <dgm:spPr/>
      <dgm:t>
        <a:bodyPr/>
        <a:lstStyle/>
        <a:p>
          <a:endParaRPr lang="en-US"/>
        </a:p>
      </dgm:t>
    </dgm:pt>
    <dgm:pt modelId="{7DF8A6D3-CF1F-44D2-9ECA-8EA93B7BC2EE}">
      <dgm:prSet custT="1"/>
      <dgm:spPr/>
      <dgm:t>
        <a:bodyPr/>
        <a:lstStyle/>
        <a:p>
          <a:r>
            <a:rPr lang="en-US" sz="1000" dirty="0" smtClean="0">
              <a:solidFill>
                <a:schemeClr val="tx1"/>
              </a:solidFill>
            </a:rPr>
            <a:t>Install the HANA optimized content</a:t>
          </a:r>
          <a:endParaRPr lang="en-US" sz="1000" dirty="0">
            <a:solidFill>
              <a:schemeClr val="tx1"/>
            </a:solidFill>
          </a:endParaRPr>
        </a:p>
      </dgm:t>
    </dgm:pt>
    <dgm:pt modelId="{BB61CE0D-E410-4007-89DE-07EBB7AA509C}" type="parTrans" cxnId="{8F513394-FBF6-44A6-AF3F-59AF86AC9D39}">
      <dgm:prSet/>
      <dgm:spPr/>
      <dgm:t>
        <a:bodyPr/>
        <a:lstStyle/>
        <a:p>
          <a:endParaRPr lang="en-US"/>
        </a:p>
      </dgm:t>
    </dgm:pt>
    <dgm:pt modelId="{8DA55624-BE04-4E43-A942-A37365ECB1D6}" type="sibTrans" cxnId="{8F513394-FBF6-44A6-AF3F-59AF86AC9D39}">
      <dgm:prSet/>
      <dgm:spPr/>
      <dgm:t>
        <a:bodyPr/>
        <a:lstStyle/>
        <a:p>
          <a:endParaRPr lang="en-US"/>
        </a:p>
      </dgm:t>
    </dgm:pt>
    <dgm:pt modelId="{68058385-53E5-434F-841D-42A7D6F2E74E}">
      <dgm:prSet custT="1"/>
      <dgm:spPr/>
      <dgm:t>
        <a:bodyPr/>
        <a:lstStyle/>
        <a:p>
          <a:r>
            <a:rPr lang="en-US" sz="1000" dirty="0" smtClean="0">
              <a:solidFill>
                <a:schemeClr val="tx1"/>
              </a:solidFill>
            </a:rPr>
            <a:t>Enhance the Data </a:t>
          </a:r>
          <a:r>
            <a:rPr lang="en-US" sz="1000" dirty="0" err="1" smtClean="0">
              <a:solidFill>
                <a:schemeClr val="tx1"/>
              </a:solidFill>
            </a:rPr>
            <a:t>aDSO</a:t>
          </a:r>
          <a:r>
            <a:rPr lang="en-US" sz="1000" dirty="0" smtClean="0">
              <a:solidFill>
                <a:schemeClr val="tx1"/>
              </a:solidFill>
            </a:rPr>
            <a:t>/Composite provider to include the custom fields</a:t>
          </a:r>
          <a:endParaRPr lang="en-US" sz="1000" dirty="0">
            <a:solidFill>
              <a:schemeClr val="tx1"/>
            </a:solidFill>
          </a:endParaRPr>
        </a:p>
      </dgm:t>
    </dgm:pt>
    <dgm:pt modelId="{3BF8859A-53D0-4572-B5C6-475D45FD2820}" type="parTrans" cxnId="{D365C366-DC37-4B93-8918-BB158AFD0327}">
      <dgm:prSet/>
      <dgm:spPr/>
      <dgm:t>
        <a:bodyPr/>
        <a:lstStyle/>
        <a:p>
          <a:endParaRPr lang="en-US"/>
        </a:p>
      </dgm:t>
    </dgm:pt>
    <dgm:pt modelId="{877F5DCA-E229-4C38-AAC1-94E70EE51EDB}" type="sibTrans" cxnId="{D365C366-DC37-4B93-8918-BB158AFD0327}">
      <dgm:prSet/>
      <dgm:spPr/>
      <dgm:t>
        <a:bodyPr/>
        <a:lstStyle/>
        <a:p>
          <a:endParaRPr lang="en-US"/>
        </a:p>
      </dgm:t>
    </dgm:pt>
    <dgm:pt modelId="{694C9091-CB6E-41F0-B6FF-5D95F6A1E369}">
      <dgm:prSet custT="1"/>
      <dgm:spPr/>
      <dgm:t>
        <a:bodyPr/>
        <a:lstStyle/>
        <a:p>
          <a:r>
            <a:rPr lang="en-US" sz="1000" dirty="0" smtClean="0">
              <a:solidFill>
                <a:schemeClr val="tx1"/>
              </a:solidFill>
            </a:rPr>
            <a:t>Create new BEX Query based on the production usage  </a:t>
          </a:r>
          <a:endParaRPr lang="en-US" sz="1000" dirty="0"/>
        </a:p>
      </dgm:t>
    </dgm:pt>
    <dgm:pt modelId="{EB20EC8C-33B3-4140-BBAB-1F54A54DD0D8}" type="parTrans" cxnId="{7FDED537-AE11-4B4C-80A9-7A0D44BDF5E3}">
      <dgm:prSet/>
      <dgm:spPr/>
      <dgm:t>
        <a:bodyPr/>
        <a:lstStyle/>
        <a:p>
          <a:endParaRPr lang="en-US"/>
        </a:p>
      </dgm:t>
    </dgm:pt>
    <dgm:pt modelId="{9658B996-20B5-4F58-919D-165552BA3AF8}" type="sibTrans" cxnId="{7FDED537-AE11-4B4C-80A9-7A0D44BDF5E3}">
      <dgm:prSet/>
      <dgm:spPr/>
      <dgm:t>
        <a:bodyPr/>
        <a:lstStyle/>
        <a:p>
          <a:endParaRPr lang="en-US"/>
        </a:p>
      </dgm:t>
    </dgm:pt>
    <dgm:pt modelId="{B83C0755-B20B-4B4C-BDFE-5777A9E62AA8}">
      <dgm:prSet/>
      <dgm:spPr/>
      <dgm:t>
        <a:bodyPr/>
        <a:lstStyle/>
        <a:p>
          <a:endParaRPr lang="en-US" sz="900" dirty="0">
            <a:solidFill>
              <a:schemeClr val="tx1"/>
            </a:solidFill>
          </a:endParaRPr>
        </a:p>
      </dgm:t>
    </dgm:pt>
    <dgm:pt modelId="{7B9D0170-3DC7-481D-9BC8-42809CD1F04F}" type="parTrans" cxnId="{AB933421-F5C1-4D82-932C-0473795B3485}">
      <dgm:prSet/>
      <dgm:spPr/>
      <dgm:t>
        <a:bodyPr/>
        <a:lstStyle/>
        <a:p>
          <a:endParaRPr lang="en-US"/>
        </a:p>
      </dgm:t>
    </dgm:pt>
    <dgm:pt modelId="{C5FAD926-7E28-4CCF-B7D7-0E017EB55E31}" type="sibTrans" cxnId="{AB933421-F5C1-4D82-932C-0473795B3485}">
      <dgm:prSet/>
      <dgm:spPr/>
      <dgm:t>
        <a:bodyPr/>
        <a:lstStyle/>
        <a:p>
          <a:endParaRPr lang="en-US"/>
        </a:p>
      </dgm:t>
    </dgm:pt>
    <dgm:pt modelId="{9C3568C4-2F4D-4C68-BF64-6CE9E0EC8085}">
      <dgm:prSet/>
      <dgm:spPr/>
      <dgm:t>
        <a:bodyPr/>
        <a:lstStyle/>
        <a:p>
          <a:endParaRPr lang="en-US" sz="900" dirty="0">
            <a:solidFill>
              <a:schemeClr val="tx1"/>
            </a:solidFill>
          </a:endParaRPr>
        </a:p>
      </dgm:t>
    </dgm:pt>
    <dgm:pt modelId="{D1FF7CF0-1601-4B2A-8781-09761DBA448D}" type="parTrans" cxnId="{FCB0517C-487A-42A8-8D25-064BC733CBCE}">
      <dgm:prSet/>
      <dgm:spPr/>
      <dgm:t>
        <a:bodyPr/>
        <a:lstStyle/>
        <a:p>
          <a:endParaRPr lang="en-US"/>
        </a:p>
      </dgm:t>
    </dgm:pt>
    <dgm:pt modelId="{8163B1D6-BEF5-45F5-9D4D-DA6E74B40934}" type="sibTrans" cxnId="{FCB0517C-487A-42A8-8D25-064BC733CBCE}">
      <dgm:prSet/>
      <dgm:spPr/>
      <dgm:t>
        <a:bodyPr/>
        <a:lstStyle/>
        <a:p>
          <a:endParaRPr lang="en-US"/>
        </a:p>
      </dgm:t>
    </dgm:pt>
    <dgm:pt modelId="{9ADEB2D9-0AA3-4AD8-8626-5902BAD34DC2}">
      <dgm:prSet/>
      <dgm:spPr/>
      <dgm:t>
        <a:bodyPr/>
        <a:lstStyle/>
        <a:p>
          <a:endParaRPr lang="en-US" sz="900" dirty="0">
            <a:solidFill>
              <a:schemeClr val="tx1"/>
            </a:solidFill>
          </a:endParaRPr>
        </a:p>
      </dgm:t>
    </dgm:pt>
    <dgm:pt modelId="{950AE7C3-158B-43A5-8C79-4CC25EF06DD4}" type="parTrans" cxnId="{E8EE6CE1-3D2A-4477-8B6B-F5B131BEFCA2}">
      <dgm:prSet/>
      <dgm:spPr/>
      <dgm:t>
        <a:bodyPr/>
        <a:lstStyle/>
        <a:p>
          <a:endParaRPr lang="en-US"/>
        </a:p>
      </dgm:t>
    </dgm:pt>
    <dgm:pt modelId="{FF3DF6F7-85CA-4FD8-BAC8-80AF2468446D}" type="sibTrans" cxnId="{E8EE6CE1-3D2A-4477-8B6B-F5B131BEFCA2}">
      <dgm:prSet/>
      <dgm:spPr/>
      <dgm:t>
        <a:bodyPr/>
        <a:lstStyle/>
        <a:p>
          <a:endParaRPr lang="en-US"/>
        </a:p>
      </dgm:t>
    </dgm:pt>
    <dgm:pt modelId="{6F427DCB-6A8D-4390-9519-5B85F5015E47}">
      <dgm:prSet/>
      <dgm:spPr/>
      <dgm:t>
        <a:bodyPr/>
        <a:lstStyle/>
        <a:p>
          <a:endParaRPr lang="en-US" sz="900" dirty="0">
            <a:solidFill>
              <a:schemeClr val="tx1"/>
            </a:solidFill>
          </a:endParaRPr>
        </a:p>
      </dgm:t>
    </dgm:pt>
    <dgm:pt modelId="{503B3D8F-124D-456D-A24C-D450D2B65D10}" type="parTrans" cxnId="{C3CF950F-7463-406E-AC4B-A1475D601DD5}">
      <dgm:prSet/>
      <dgm:spPr/>
      <dgm:t>
        <a:bodyPr/>
        <a:lstStyle/>
        <a:p>
          <a:endParaRPr lang="en-US"/>
        </a:p>
      </dgm:t>
    </dgm:pt>
    <dgm:pt modelId="{3BCEB5D2-9548-467D-AC98-4F7308FAD68C}" type="sibTrans" cxnId="{C3CF950F-7463-406E-AC4B-A1475D601DD5}">
      <dgm:prSet/>
      <dgm:spPr/>
      <dgm:t>
        <a:bodyPr/>
        <a:lstStyle/>
        <a:p>
          <a:endParaRPr lang="en-US"/>
        </a:p>
      </dgm:t>
    </dgm:pt>
    <dgm:pt modelId="{6B38C745-D11A-4B64-82AE-767F2A61258B}">
      <dgm:prSet/>
      <dgm:spPr/>
      <dgm:t>
        <a:bodyPr/>
        <a:lstStyle/>
        <a:p>
          <a:endParaRPr lang="en-US" sz="900" dirty="0">
            <a:solidFill>
              <a:schemeClr val="tx1"/>
            </a:solidFill>
          </a:endParaRPr>
        </a:p>
      </dgm:t>
    </dgm:pt>
    <dgm:pt modelId="{AB4443EC-FEBF-493F-BC58-F8115FDADF8B}" type="parTrans" cxnId="{0E3AC2DA-2D87-4247-9F86-561043538011}">
      <dgm:prSet/>
      <dgm:spPr/>
      <dgm:t>
        <a:bodyPr/>
        <a:lstStyle/>
        <a:p>
          <a:endParaRPr lang="en-US"/>
        </a:p>
      </dgm:t>
    </dgm:pt>
    <dgm:pt modelId="{28A656E7-225E-41FB-BB48-2659FC377314}" type="sibTrans" cxnId="{0E3AC2DA-2D87-4247-9F86-561043538011}">
      <dgm:prSet/>
      <dgm:spPr/>
      <dgm:t>
        <a:bodyPr/>
        <a:lstStyle/>
        <a:p>
          <a:endParaRPr lang="en-US"/>
        </a:p>
      </dgm:t>
    </dgm:pt>
    <dgm:pt modelId="{3DD885C2-3542-4FCD-B042-F8731447337A}">
      <dgm:prSet/>
      <dgm:spPr/>
      <dgm:t>
        <a:bodyPr/>
        <a:lstStyle/>
        <a:p>
          <a:endParaRPr lang="en-US" sz="900" dirty="0">
            <a:solidFill>
              <a:schemeClr val="tx1"/>
            </a:solidFill>
          </a:endParaRPr>
        </a:p>
      </dgm:t>
    </dgm:pt>
    <dgm:pt modelId="{225D03B7-F416-41C3-9E45-C9D89600939D}" type="parTrans" cxnId="{2A630292-DD82-49EC-9B73-B3CC121DD382}">
      <dgm:prSet/>
      <dgm:spPr/>
      <dgm:t>
        <a:bodyPr/>
        <a:lstStyle/>
        <a:p>
          <a:endParaRPr lang="en-US"/>
        </a:p>
      </dgm:t>
    </dgm:pt>
    <dgm:pt modelId="{52A18AB5-C1AA-44EB-8443-7C4BEF38DC5E}" type="sibTrans" cxnId="{2A630292-DD82-49EC-9B73-B3CC121DD382}">
      <dgm:prSet/>
      <dgm:spPr/>
      <dgm:t>
        <a:bodyPr/>
        <a:lstStyle/>
        <a:p>
          <a:endParaRPr lang="en-US"/>
        </a:p>
      </dgm:t>
    </dgm:pt>
    <dgm:pt modelId="{27301C4C-ECE8-48DA-8BF8-B2C229C3A2A0}">
      <dgm:prSet/>
      <dgm:spPr/>
      <dgm:t>
        <a:bodyPr/>
        <a:lstStyle/>
        <a:p>
          <a:endParaRPr lang="en-US" sz="900" dirty="0">
            <a:solidFill>
              <a:schemeClr val="tx1"/>
            </a:solidFill>
          </a:endParaRPr>
        </a:p>
      </dgm:t>
    </dgm:pt>
    <dgm:pt modelId="{03792FD6-2AFA-44F0-8381-75E059D1DACA}" type="parTrans" cxnId="{80D1FC4F-1065-45C5-B7A9-A0FB278723F9}">
      <dgm:prSet/>
      <dgm:spPr/>
      <dgm:t>
        <a:bodyPr/>
        <a:lstStyle/>
        <a:p>
          <a:endParaRPr lang="en-US"/>
        </a:p>
      </dgm:t>
    </dgm:pt>
    <dgm:pt modelId="{1224EFB4-3ED4-4173-81A2-05D9B824DDF2}" type="sibTrans" cxnId="{80D1FC4F-1065-45C5-B7A9-A0FB278723F9}">
      <dgm:prSet/>
      <dgm:spPr/>
      <dgm:t>
        <a:bodyPr/>
        <a:lstStyle/>
        <a:p>
          <a:endParaRPr lang="en-US"/>
        </a:p>
      </dgm:t>
    </dgm:pt>
    <dgm:pt modelId="{935CC841-157E-4857-907A-8D746DD230B7}">
      <dgm:prSet/>
      <dgm:spPr/>
      <dgm:t>
        <a:bodyPr/>
        <a:lstStyle/>
        <a:p>
          <a:endParaRPr lang="en-US" sz="900" dirty="0">
            <a:solidFill>
              <a:schemeClr val="tx1"/>
            </a:solidFill>
          </a:endParaRPr>
        </a:p>
      </dgm:t>
    </dgm:pt>
    <dgm:pt modelId="{A20C318D-6C66-46F6-8E81-7FAF3325904D}" type="parTrans" cxnId="{C8E9800C-DA23-4709-920A-3ECEA20B5354}">
      <dgm:prSet/>
      <dgm:spPr/>
      <dgm:t>
        <a:bodyPr/>
        <a:lstStyle/>
        <a:p>
          <a:endParaRPr lang="en-US"/>
        </a:p>
      </dgm:t>
    </dgm:pt>
    <dgm:pt modelId="{3E9AF046-B222-4D19-AEB5-BBFF7AEBCC58}" type="sibTrans" cxnId="{C8E9800C-DA23-4709-920A-3ECEA20B5354}">
      <dgm:prSet/>
      <dgm:spPr/>
      <dgm:t>
        <a:bodyPr/>
        <a:lstStyle/>
        <a:p>
          <a:endParaRPr lang="en-US"/>
        </a:p>
      </dgm:t>
    </dgm:pt>
    <dgm:pt modelId="{58BDDE73-C02C-48B9-9D38-159B2BDA1651}">
      <dgm:prSet custT="1"/>
      <dgm:spPr/>
      <dgm:t>
        <a:bodyPr/>
        <a:lstStyle/>
        <a:p>
          <a:r>
            <a:rPr lang="en-US" sz="1000" dirty="0" smtClean="0"/>
            <a:t> </a:t>
          </a:r>
          <a:r>
            <a:rPr lang="en-US" sz="1000" dirty="0" smtClean="0">
              <a:solidFill>
                <a:schemeClr val="tx1"/>
              </a:solidFill>
            </a:rPr>
            <a:t>As current model is based on Key figure based, More database space is required and Transformation logic needed to populate each key figure</a:t>
          </a:r>
          <a:endParaRPr lang="en-US" sz="1000" dirty="0">
            <a:solidFill>
              <a:schemeClr val="tx1"/>
            </a:solidFill>
          </a:endParaRPr>
        </a:p>
      </dgm:t>
    </dgm:pt>
    <dgm:pt modelId="{E7FF1E24-0596-4697-8036-93686EB40DD7}" type="parTrans" cxnId="{E17FFD5C-89C5-4FC9-9313-E37345B6D0AC}">
      <dgm:prSet/>
      <dgm:spPr/>
      <dgm:t>
        <a:bodyPr/>
        <a:lstStyle/>
        <a:p>
          <a:endParaRPr lang="en-US"/>
        </a:p>
      </dgm:t>
    </dgm:pt>
    <dgm:pt modelId="{D9217BA9-1141-487E-8CF0-2769F6DEC988}" type="sibTrans" cxnId="{E17FFD5C-89C5-4FC9-9313-E37345B6D0AC}">
      <dgm:prSet/>
      <dgm:spPr/>
      <dgm:t>
        <a:bodyPr/>
        <a:lstStyle/>
        <a:p>
          <a:endParaRPr lang="en-US"/>
        </a:p>
      </dgm:t>
    </dgm:pt>
    <dgm:pt modelId="{7AD38B85-5EF9-474F-894D-314D6AE9F303}">
      <dgm:prSet custT="1"/>
      <dgm:spPr/>
      <dgm:t>
        <a:bodyPr/>
        <a:lstStyle/>
        <a:p>
          <a:r>
            <a:rPr lang="en-US" sz="1000" dirty="0" smtClean="0">
              <a:solidFill>
                <a:schemeClr val="tx1"/>
              </a:solidFill>
            </a:rPr>
            <a:t> Pros and Cons</a:t>
          </a:r>
          <a:r>
            <a:rPr lang="en-US" sz="1000" dirty="0" smtClean="0"/>
            <a:t> </a:t>
          </a:r>
          <a:endParaRPr lang="en-US" sz="1000" dirty="0"/>
        </a:p>
      </dgm:t>
    </dgm:pt>
    <dgm:pt modelId="{03D4BD98-D492-4A1F-BDE3-A0D265FE7B80}" type="parTrans" cxnId="{CCEBC895-1475-412D-B3B5-75E5E7E0A821}">
      <dgm:prSet/>
      <dgm:spPr/>
      <dgm:t>
        <a:bodyPr/>
        <a:lstStyle/>
        <a:p>
          <a:endParaRPr lang="en-US"/>
        </a:p>
      </dgm:t>
    </dgm:pt>
    <dgm:pt modelId="{47630164-F06C-4958-BCC1-716970BA5D85}" type="sibTrans" cxnId="{CCEBC895-1475-412D-B3B5-75E5E7E0A821}">
      <dgm:prSet/>
      <dgm:spPr/>
      <dgm:t>
        <a:bodyPr/>
        <a:lstStyle/>
        <a:p>
          <a:endParaRPr lang="en-US"/>
        </a:p>
      </dgm:t>
    </dgm:pt>
    <dgm:pt modelId="{80973D14-F111-45C9-A430-C66635838A8F}">
      <dgm:prSet custT="1"/>
      <dgm:spPr/>
      <dgm:t>
        <a:bodyPr/>
        <a:lstStyle/>
        <a:p>
          <a:endParaRPr lang="en-US" sz="1000" dirty="0"/>
        </a:p>
      </dgm:t>
    </dgm:pt>
    <dgm:pt modelId="{1EAD0E36-9BE5-41F9-972B-623696174B33}" type="parTrans" cxnId="{851BE4C6-6E4D-432C-B2E6-70A9D2555771}">
      <dgm:prSet/>
      <dgm:spPr/>
      <dgm:t>
        <a:bodyPr/>
        <a:lstStyle/>
        <a:p>
          <a:endParaRPr lang="en-US"/>
        </a:p>
      </dgm:t>
    </dgm:pt>
    <dgm:pt modelId="{F5144EA9-C8C7-49DA-B9D5-27E267BFDB1B}" type="sibTrans" cxnId="{851BE4C6-6E4D-432C-B2E6-70A9D2555771}">
      <dgm:prSet/>
      <dgm:spPr/>
      <dgm:t>
        <a:bodyPr/>
        <a:lstStyle/>
        <a:p>
          <a:endParaRPr lang="en-US"/>
        </a:p>
      </dgm:t>
    </dgm:pt>
    <dgm:pt modelId="{8B35F1E9-ABF6-4B9D-B459-3EA7D0CE6AC2}">
      <dgm:prSet custT="1"/>
      <dgm:spPr/>
      <dgm:t>
        <a:bodyPr/>
        <a:lstStyle/>
        <a:p>
          <a:r>
            <a:rPr lang="en-US" sz="1000" dirty="0" smtClean="0"/>
            <a:t> Account based model, Three key figures: Stock quantity, stock value and valuated stock quantity</a:t>
          </a:r>
          <a:endParaRPr lang="en-US" sz="1000" dirty="0"/>
        </a:p>
      </dgm:t>
    </dgm:pt>
    <dgm:pt modelId="{48A38DD7-033A-4A2E-BE09-C5E50EC4A5F5}" type="parTrans" cxnId="{3BE8AAF9-B9AC-488A-8EDF-9C9E5BABC090}">
      <dgm:prSet/>
      <dgm:spPr/>
      <dgm:t>
        <a:bodyPr/>
        <a:lstStyle/>
        <a:p>
          <a:endParaRPr lang="en-US"/>
        </a:p>
      </dgm:t>
    </dgm:pt>
    <dgm:pt modelId="{E60AAC2C-002C-473B-9F75-B99F762C2F75}" type="sibTrans" cxnId="{3BE8AAF9-B9AC-488A-8EDF-9C9E5BABC090}">
      <dgm:prSet/>
      <dgm:spPr/>
      <dgm:t>
        <a:bodyPr/>
        <a:lstStyle/>
        <a:p>
          <a:endParaRPr lang="en-US"/>
        </a:p>
      </dgm:t>
    </dgm:pt>
    <dgm:pt modelId="{CE14389B-DE06-4048-8BA6-788F7CFF5BC6}">
      <dgm:prSet/>
      <dgm:spPr/>
      <dgm:t>
        <a:bodyPr/>
        <a:lstStyle/>
        <a:p>
          <a:endParaRPr lang="en-US" sz="900" dirty="0">
            <a:solidFill>
              <a:schemeClr val="tx1"/>
            </a:solidFill>
          </a:endParaRPr>
        </a:p>
      </dgm:t>
    </dgm:pt>
    <dgm:pt modelId="{124706A7-F098-400C-A70D-236B82B145E6}" type="parTrans" cxnId="{C9BB7EB3-B53D-46D1-86F9-7122AFB26971}">
      <dgm:prSet/>
      <dgm:spPr/>
      <dgm:t>
        <a:bodyPr/>
        <a:lstStyle/>
        <a:p>
          <a:endParaRPr lang="en-US"/>
        </a:p>
      </dgm:t>
    </dgm:pt>
    <dgm:pt modelId="{40E7680E-06D1-446F-8DA3-02B44A474C72}" type="sibTrans" cxnId="{C9BB7EB3-B53D-46D1-86F9-7122AFB26971}">
      <dgm:prSet/>
      <dgm:spPr/>
      <dgm:t>
        <a:bodyPr/>
        <a:lstStyle/>
        <a:p>
          <a:endParaRPr lang="en-US"/>
        </a:p>
      </dgm:t>
    </dgm:pt>
    <dgm:pt modelId="{C8BC4315-41ED-417A-B379-19F8AE7F6428}">
      <dgm:prSet custT="1"/>
      <dgm:spPr/>
      <dgm:t>
        <a:bodyPr/>
        <a:lstStyle/>
        <a:p>
          <a:r>
            <a:rPr lang="en-US" sz="1000" dirty="0" smtClean="0"/>
            <a:t> Uses less database space</a:t>
          </a:r>
          <a:endParaRPr lang="en-US" sz="1000" dirty="0"/>
        </a:p>
      </dgm:t>
    </dgm:pt>
    <dgm:pt modelId="{27C37777-614A-4DE6-8389-119197A8090E}" type="parTrans" cxnId="{C974CD6B-715C-4682-8116-F9C713163759}">
      <dgm:prSet/>
      <dgm:spPr/>
      <dgm:t>
        <a:bodyPr/>
        <a:lstStyle/>
        <a:p>
          <a:endParaRPr lang="en-US"/>
        </a:p>
      </dgm:t>
    </dgm:pt>
    <dgm:pt modelId="{119FDF27-F9EC-4547-97A4-5344C194B41A}" type="sibTrans" cxnId="{C974CD6B-715C-4682-8116-F9C713163759}">
      <dgm:prSet/>
      <dgm:spPr/>
      <dgm:t>
        <a:bodyPr/>
        <a:lstStyle/>
        <a:p>
          <a:endParaRPr lang="en-US"/>
        </a:p>
      </dgm:t>
    </dgm:pt>
    <dgm:pt modelId="{87CB84DA-1392-4E1D-A747-93CD6786E6A5}">
      <dgm:prSet/>
      <dgm:spPr/>
      <dgm:t>
        <a:bodyPr/>
        <a:lstStyle/>
        <a:p>
          <a:endParaRPr lang="en-US" sz="1100" dirty="0"/>
        </a:p>
      </dgm:t>
    </dgm:pt>
    <dgm:pt modelId="{1BD086C3-94D4-4EF6-818D-FE3BF72AD0B7}" type="parTrans" cxnId="{DF104374-19B1-42CF-B075-E4D4DE33E966}">
      <dgm:prSet/>
      <dgm:spPr/>
      <dgm:t>
        <a:bodyPr/>
        <a:lstStyle/>
        <a:p>
          <a:endParaRPr lang="en-US"/>
        </a:p>
      </dgm:t>
    </dgm:pt>
    <dgm:pt modelId="{65401555-5E26-4440-B5FD-0C388180F81A}" type="sibTrans" cxnId="{DF104374-19B1-42CF-B075-E4D4DE33E966}">
      <dgm:prSet/>
      <dgm:spPr/>
      <dgm:t>
        <a:bodyPr/>
        <a:lstStyle/>
        <a:p>
          <a:endParaRPr lang="en-US"/>
        </a:p>
      </dgm:t>
    </dgm:pt>
    <dgm:pt modelId="{153F41F9-603A-457B-A245-137F2BD687C7}">
      <dgm:prSet/>
      <dgm:spPr/>
      <dgm:t>
        <a:bodyPr/>
        <a:lstStyle/>
        <a:p>
          <a:endParaRPr lang="en-US" sz="900" dirty="0">
            <a:solidFill>
              <a:schemeClr val="tx1"/>
            </a:solidFill>
          </a:endParaRPr>
        </a:p>
      </dgm:t>
    </dgm:pt>
    <dgm:pt modelId="{66F1C72E-0532-49E2-8948-5D81065DF830}" type="parTrans" cxnId="{FC0E158E-6577-4D73-BB03-BCC5752DEC97}">
      <dgm:prSet/>
      <dgm:spPr/>
      <dgm:t>
        <a:bodyPr/>
        <a:lstStyle/>
        <a:p>
          <a:endParaRPr lang="en-US"/>
        </a:p>
      </dgm:t>
    </dgm:pt>
    <dgm:pt modelId="{D2F6CBF1-685E-48C5-A5C8-447D6D284D08}" type="sibTrans" cxnId="{FC0E158E-6577-4D73-BB03-BCC5752DEC97}">
      <dgm:prSet/>
      <dgm:spPr/>
      <dgm:t>
        <a:bodyPr/>
        <a:lstStyle/>
        <a:p>
          <a:endParaRPr lang="en-US"/>
        </a:p>
      </dgm:t>
    </dgm:pt>
    <dgm:pt modelId="{87BCD94B-1603-4CEA-8E8C-70A11091880B}">
      <dgm:prSet/>
      <dgm:spPr/>
      <dgm:t>
        <a:bodyPr/>
        <a:lstStyle/>
        <a:p>
          <a:endParaRPr lang="en-US" sz="900" dirty="0">
            <a:solidFill>
              <a:schemeClr val="tx1"/>
            </a:solidFill>
          </a:endParaRPr>
        </a:p>
      </dgm:t>
    </dgm:pt>
    <dgm:pt modelId="{69B94D0F-2CB0-47D5-BAF9-F0210AB18F35}" type="parTrans" cxnId="{916F9269-194E-4A21-82CF-C6558EDD5A1A}">
      <dgm:prSet/>
      <dgm:spPr/>
      <dgm:t>
        <a:bodyPr/>
        <a:lstStyle/>
        <a:p>
          <a:endParaRPr lang="en-US"/>
        </a:p>
      </dgm:t>
    </dgm:pt>
    <dgm:pt modelId="{112E9734-6A58-43D6-B779-F6EAB54053A8}" type="sibTrans" cxnId="{916F9269-194E-4A21-82CF-C6558EDD5A1A}">
      <dgm:prSet/>
      <dgm:spPr/>
      <dgm:t>
        <a:bodyPr/>
        <a:lstStyle/>
        <a:p>
          <a:endParaRPr lang="en-US"/>
        </a:p>
      </dgm:t>
    </dgm:pt>
    <dgm:pt modelId="{4AF21E0B-0D64-4C2D-8541-4034A648E51B}">
      <dgm:prSet custT="1"/>
      <dgm:spPr/>
      <dgm:t>
        <a:bodyPr/>
        <a:lstStyle/>
        <a:p>
          <a:r>
            <a:rPr lang="en-US" sz="1000" dirty="0" smtClean="0">
              <a:solidFill>
                <a:schemeClr val="tx1"/>
              </a:solidFill>
            </a:rPr>
            <a:t> Pros and Cons</a:t>
          </a:r>
          <a:endParaRPr lang="en-US" sz="1000" dirty="0">
            <a:solidFill>
              <a:schemeClr val="tx1"/>
            </a:solidFill>
          </a:endParaRPr>
        </a:p>
      </dgm:t>
    </dgm:pt>
    <dgm:pt modelId="{E08FA8C2-A747-4DA0-9CDC-8AA983826395}" type="parTrans" cxnId="{BE07664E-21D8-4EA5-8825-EEA538351919}">
      <dgm:prSet/>
      <dgm:spPr/>
      <dgm:t>
        <a:bodyPr/>
        <a:lstStyle/>
        <a:p>
          <a:endParaRPr lang="en-US"/>
        </a:p>
      </dgm:t>
    </dgm:pt>
    <dgm:pt modelId="{63DF4B9A-1C7E-484D-B910-8A775B1D12B4}" type="sibTrans" cxnId="{BE07664E-21D8-4EA5-8825-EEA538351919}">
      <dgm:prSet/>
      <dgm:spPr/>
      <dgm:t>
        <a:bodyPr/>
        <a:lstStyle/>
        <a:p>
          <a:endParaRPr lang="en-US"/>
        </a:p>
      </dgm:t>
    </dgm:pt>
    <dgm:pt modelId="{590F493D-2706-4DFF-8CA5-B7C7D15FA075}">
      <dgm:prSet custT="1"/>
      <dgm:spPr/>
      <dgm:t>
        <a:bodyPr/>
        <a:lstStyle/>
        <a:p>
          <a:endParaRPr lang="en-US" sz="1000" dirty="0"/>
        </a:p>
      </dgm:t>
    </dgm:pt>
    <dgm:pt modelId="{2F4D2CF6-0B2A-4D9B-AD97-A08F16BAEA4E}" type="parTrans" cxnId="{2A9BB78B-593F-42A0-8515-8FED2085CB54}">
      <dgm:prSet/>
      <dgm:spPr/>
      <dgm:t>
        <a:bodyPr/>
        <a:lstStyle/>
        <a:p>
          <a:endParaRPr lang="en-US"/>
        </a:p>
      </dgm:t>
    </dgm:pt>
    <dgm:pt modelId="{4B8E1459-EBB7-4931-AEE6-A5CA14242396}" type="sibTrans" cxnId="{2A9BB78B-593F-42A0-8515-8FED2085CB54}">
      <dgm:prSet/>
      <dgm:spPr/>
      <dgm:t>
        <a:bodyPr/>
        <a:lstStyle/>
        <a:p>
          <a:endParaRPr lang="en-US"/>
        </a:p>
      </dgm:t>
    </dgm:pt>
    <dgm:pt modelId="{D43C316D-0333-478E-A6F3-9FC166F4E07C}">
      <dgm:prSet custT="1"/>
      <dgm:spPr/>
      <dgm:t>
        <a:bodyPr/>
        <a:lstStyle/>
        <a:p>
          <a:endParaRPr lang="en-US" sz="1000" dirty="0">
            <a:solidFill>
              <a:schemeClr val="tx1"/>
            </a:solidFill>
          </a:endParaRPr>
        </a:p>
      </dgm:t>
    </dgm:pt>
    <dgm:pt modelId="{2694EB6B-732C-470E-9DB9-9DBAB6980DFC}" type="parTrans" cxnId="{FC03A084-3F33-4C9B-8B5A-59AF6BEE3FA7}">
      <dgm:prSet/>
      <dgm:spPr/>
      <dgm:t>
        <a:bodyPr/>
        <a:lstStyle/>
        <a:p>
          <a:endParaRPr lang="en-US"/>
        </a:p>
      </dgm:t>
    </dgm:pt>
    <dgm:pt modelId="{815DFB75-4AC3-454B-937C-F90740E94FB2}" type="sibTrans" cxnId="{FC03A084-3F33-4C9B-8B5A-59AF6BEE3FA7}">
      <dgm:prSet/>
      <dgm:spPr/>
      <dgm:t>
        <a:bodyPr/>
        <a:lstStyle/>
        <a:p>
          <a:endParaRPr lang="en-US"/>
        </a:p>
      </dgm:t>
    </dgm:pt>
    <dgm:pt modelId="{2125D7D2-D2A9-4BE8-AF96-B59670BDE1CC}">
      <dgm:prSet custT="1"/>
      <dgm:spPr/>
      <dgm:t>
        <a:bodyPr/>
        <a:lstStyle/>
        <a:p>
          <a:r>
            <a:rPr lang="en-US" sz="1000" dirty="0" smtClean="0"/>
            <a:t> Need to re-create the </a:t>
          </a:r>
          <a:r>
            <a:rPr lang="en-US" sz="1000" dirty="0" err="1" smtClean="0"/>
            <a:t>Bex</a:t>
          </a:r>
          <a:r>
            <a:rPr lang="en-US" sz="1000" dirty="0" smtClean="0"/>
            <a:t> Query</a:t>
          </a:r>
          <a:endParaRPr lang="en-US" sz="1000" dirty="0"/>
        </a:p>
      </dgm:t>
    </dgm:pt>
    <dgm:pt modelId="{43455157-7E31-4914-9402-680D857254EE}" type="parTrans" cxnId="{71D30B79-3E5F-4954-89C6-55BE31A7EEBE}">
      <dgm:prSet/>
      <dgm:spPr/>
      <dgm:t>
        <a:bodyPr/>
        <a:lstStyle/>
        <a:p>
          <a:endParaRPr lang="en-US"/>
        </a:p>
      </dgm:t>
    </dgm:pt>
    <dgm:pt modelId="{82FBCCBC-03C0-4CCD-9DAF-2CC2F172CABA}" type="sibTrans" cxnId="{71D30B79-3E5F-4954-89C6-55BE31A7EEBE}">
      <dgm:prSet/>
      <dgm:spPr/>
      <dgm:t>
        <a:bodyPr/>
        <a:lstStyle/>
        <a:p>
          <a:endParaRPr lang="en-US"/>
        </a:p>
      </dgm:t>
    </dgm:pt>
    <dgm:pt modelId="{ADAE864F-D330-480F-9A98-AFCD3C2B3A4C}">
      <dgm:prSet custT="1"/>
      <dgm:spPr/>
      <dgm:t>
        <a:bodyPr/>
        <a:lstStyle/>
        <a:p>
          <a:r>
            <a:rPr lang="en-US" sz="1000" dirty="0" smtClean="0">
              <a:solidFill>
                <a:schemeClr val="tx1"/>
              </a:solidFill>
            </a:rPr>
            <a:t> Easy to  implement </a:t>
          </a:r>
          <a:endParaRPr lang="en-US" sz="1000" dirty="0">
            <a:solidFill>
              <a:schemeClr val="tx1"/>
            </a:solidFill>
          </a:endParaRPr>
        </a:p>
      </dgm:t>
    </dgm:pt>
    <dgm:pt modelId="{1563B8C0-CEFD-4D00-93E9-C1F591571FC1}" type="parTrans" cxnId="{DA490252-8753-497C-A03C-EF5A7FBB99BB}">
      <dgm:prSet/>
      <dgm:spPr/>
      <dgm:t>
        <a:bodyPr/>
        <a:lstStyle/>
        <a:p>
          <a:endParaRPr lang="en-US"/>
        </a:p>
      </dgm:t>
    </dgm:pt>
    <dgm:pt modelId="{582F2CC0-3CC4-4969-8094-CE04DB99D75D}" type="sibTrans" cxnId="{DA490252-8753-497C-A03C-EF5A7FBB99BB}">
      <dgm:prSet/>
      <dgm:spPr/>
      <dgm:t>
        <a:bodyPr/>
        <a:lstStyle/>
        <a:p>
          <a:endParaRPr lang="en-US"/>
        </a:p>
      </dgm:t>
    </dgm:pt>
    <dgm:pt modelId="{A2738F6F-B384-476D-AC4A-AB2E7362835E}">
      <dgm:prSet/>
      <dgm:spPr/>
      <dgm:t>
        <a:bodyPr/>
        <a:lstStyle/>
        <a:p>
          <a:r>
            <a:rPr lang="en-US" sz="900" dirty="0" smtClean="0">
              <a:solidFill>
                <a:schemeClr val="tx1"/>
              </a:solidFill>
            </a:rPr>
            <a:t> Less load in OLAP processor  as all the Key figures  are already calculated</a:t>
          </a:r>
          <a:endParaRPr lang="en-US" sz="900" dirty="0">
            <a:solidFill>
              <a:schemeClr val="tx1"/>
            </a:solidFill>
          </a:endParaRPr>
        </a:p>
      </dgm:t>
    </dgm:pt>
    <dgm:pt modelId="{C4520C42-763A-46F0-A328-006DEC29C885}" type="parTrans" cxnId="{947D8D1C-62DF-49E1-B6BC-B931A7428E21}">
      <dgm:prSet/>
      <dgm:spPr/>
      <dgm:t>
        <a:bodyPr/>
        <a:lstStyle/>
        <a:p>
          <a:endParaRPr lang="en-US"/>
        </a:p>
      </dgm:t>
    </dgm:pt>
    <dgm:pt modelId="{623E6FF4-6336-4AD4-93F4-D31D4B1A64A8}" type="sibTrans" cxnId="{947D8D1C-62DF-49E1-B6BC-B931A7428E21}">
      <dgm:prSet/>
      <dgm:spPr/>
      <dgm:t>
        <a:bodyPr/>
        <a:lstStyle/>
        <a:p>
          <a:endParaRPr lang="en-US"/>
        </a:p>
      </dgm:t>
    </dgm:pt>
    <dgm:pt modelId="{CC382A29-2A09-40C6-B79E-132B85513591}">
      <dgm:prSet custT="1"/>
      <dgm:spPr/>
      <dgm:t>
        <a:bodyPr/>
        <a:lstStyle/>
        <a:p>
          <a:r>
            <a:rPr lang="en-US" sz="1000" dirty="0" smtClean="0"/>
            <a:t> The load for the OLAP processor is higher and there is more work during the query definition</a:t>
          </a:r>
          <a:endParaRPr lang="en-US" sz="1000" dirty="0"/>
        </a:p>
      </dgm:t>
    </dgm:pt>
    <dgm:pt modelId="{9814CDEE-1C9E-4C57-824A-8C1FA7F67767}" type="parTrans" cxnId="{E88E9151-43C2-4F63-B326-3121DB38EA7D}">
      <dgm:prSet/>
      <dgm:spPr/>
      <dgm:t>
        <a:bodyPr/>
        <a:lstStyle/>
        <a:p>
          <a:endParaRPr lang="en-US"/>
        </a:p>
      </dgm:t>
    </dgm:pt>
    <dgm:pt modelId="{29050441-56D0-4C15-92A1-765EDBDBDF0D}" type="sibTrans" cxnId="{E88E9151-43C2-4F63-B326-3121DB38EA7D}">
      <dgm:prSet/>
      <dgm:spPr/>
      <dgm:t>
        <a:bodyPr/>
        <a:lstStyle/>
        <a:p>
          <a:endParaRPr lang="en-US"/>
        </a:p>
      </dgm:t>
    </dgm:pt>
    <dgm:pt modelId="{720229C1-6309-4925-8695-317ACFA38482}">
      <dgm:prSet/>
      <dgm:spPr/>
      <dgm:t>
        <a:bodyPr/>
        <a:lstStyle/>
        <a:p>
          <a:endParaRPr lang="en-US" sz="900" dirty="0">
            <a:solidFill>
              <a:schemeClr val="tx1"/>
            </a:solidFill>
          </a:endParaRPr>
        </a:p>
      </dgm:t>
    </dgm:pt>
    <dgm:pt modelId="{5A9D7896-10F4-4FB5-B1B4-D790389C730A}" type="parTrans" cxnId="{BE9405E7-E60D-4E67-8714-580EA6C71AF8}">
      <dgm:prSet/>
      <dgm:spPr/>
      <dgm:t>
        <a:bodyPr/>
        <a:lstStyle/>
        <a:p>
          <a:endParaRPr lang="en-US"/>
        </a:p>
      </dgm:t>
    </dgm:pt>
    <dgm:pt modelId="{E4C2478C-68CF-4106-88D8-A11944CCC2BD}" type="sibTrans" cxnId="{BE9405E7-E60D-4E67-8714-580EA6C71AF8}">
      <dgm:prSet/>
      <dgm:spPr/>
      <dgm:t>
        <a:bodyPr/>
        <a:lstStyle/>
        <a:p>
          <a:endParaRPr lang="en-US"/>
        </a:p>
      </dgm:t>
    </dgm:pt>
    <dgm:pt modelId="{A4031155-FB77-4634-8F40-3590F96E3C58}">
      <dgm:prSet/>
      <dgm:spPr/>
      <dgm:t>
        <a:bodyPr/>
        <a:lstStyle/>
        <a:p>
          <a:endParaRPr lang="en-US" sz="900" dirty="0">
            <a:solidFill>
              <a:schemeClr val="tx1"/>
            </a:solidFill>
          </a:endParaRPr>
        </a:p>
      </dgm:t>
    </dgm:pt>
    <dgm:pt modelId="{84CDF4EE-19C3-47A0-B9E9-E3B4A0A090AD}" type="parTrans" cxnId="{F94C884D-EC3E-4430-99B9-04729B736EA7}">
      <dgm:prSet/>
      <dgm:spPr/>
      <dgm:t>
        <a:bodyPr/>
        <a:lstStyle/>
        <a:p>
          <a:endParaRPr lang="en-US"/>
        </a:p>
      </dgm:t>
    </dgm:pt>
    <dgm:pt modelId="{97220DD0-47CD-422C-AB43-8D7169C5958D}" type="sibTrans" cxnId="{F94C884D-EC3E-4430-99B9-04729B736EA7}">
      <dgm:prSet/>
      <dgm:spPr/>
      <dgm:t>
        <a:bodyPr/>
        <a:lstStyle/>
        <a:p>
          <a:endParaRPr lang="en-US"/>
        </a:p>
      </dgm:t>
    </dgm:pt>
    <dgm:pt modelId="{FE3C632F-65EF-448A-A86C-849A9A855CCC}" type="pres">
      <dgm:prSet presAssocID="{5F16BA83-1834-422B-9E85-E18CB93AEEDB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E7457CF7-8CB1-42D7-A6DD-EEF662D4BDFC}" type="pres">
      <dgm:prSet presAssocID="{3883A7E0-2474-4691-AECC-29C5986ADDEF}" presName="composite" presStyleCnt="0"/>
      <dgm:spPr/>
    </dgm:pt>
    <dgm:pt modelId="{0091E15C-59F5-43C4-9BBA-48177E1F3D56}" type="pres">
      <dgm:prSet presAssocID="{3883A7E0-2474-4691-AECC-29C5986ADDEF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3E2F098-6DE8-4999-966E-08813361052C}" type="pres">
      <dgm:prSet presAssocID="{3883A7E0-2474-4691-AECC-29C5986ADDEF}" presName="desTx" presStyleLbl="alignAccFollowNode1" presStyleIdx="0" presStyleCnt="2" custScaleY="10000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F0E57FF-8B92-4AAB-94D3-F42935BC20E0}" type="pres">
      <dgm:prSet presAssocID="{68324283-A4FE-41FE-ACB4-44BE9D58E08C}" presName="space" presStyleCnt="0"/>
      <dgm:spPr/>
    </dgm:pt>
    <dgm:pt modelId="{DE74C3AA-4537-4593-BFF1-1949A349ECF5}" type="pres">
      <dgm:prSet presAssocID="{02DC4471-CDAD-4F30-AF11-543F2B0171C1}" presName="composite" presStyleCnt="0"/>
      <dgm:spPr/>
    </dgm:pt>
    <dgm:pt modelId="{B9DDB71B-2713-4205-A1D8-7AFF9EC694F8}" type="pres">
      <dgm:prSet presAssocID="{02DC4471-CDAD-4F30-AF11-543F2B0171C1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CEEC0A2-0AB3-4DC7-8A09-319F4E760050}" type="pres">
      <dgm:prSet presAssocID="{02DC4471-CDAD-4F30-AF11-543F2B0171C1}" presName="desTx" presStyleLbl="alignAccFollowNode1" presStyleIdx="1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FC0E158E-6577-4D73-BB03-BCC5752DEC97}" srcId="{3883A7E0-2474-4691-AECC-29C5986ADDEF}" destId="{153F41F9-603A-457B-A245-137F2BD687C7}" srcOrd="12" destOrd="0" parTransId="{66F1C72E-0532-49E2-8948-5D81065DF830}" sibTransId="{D2F6CBF1-685E-48C5-A5C8-447D6D284D08}"/>
    <dgm:cxn modelId="{A4F78376-7B0F-49F7-80BB-BD2C522C7900}" type="presOf" srcId="{58BDDE73-C02C-48B9-9D38-159B2BDA1651}" destId="{03E2F098-6DE8-4999-966E-08813361052C}" srcOrd="0" destOrd="7" presId="urn:microsoft.com/office/officeart/2005/8/layout/hList1"/>
    <dgm:cxn modelId="{89B7062A-6C51-4065-B5A1-D7A4821FE9F3}" type="presOf" srcId="{27301C4C-ECE8-48DA-8BF8-B2C229C3A2A0}" destId="{03E2F098-6DE8-4999-966E-08813361052C}" srcOrd="0" destOrd="20" presId="urn:microsoft.com/office/officeart/2005/8/layout/hList1"/>
    <dgm:cxn modelId="{3BE8AAF9-B9AC-488A-8EDF-9C9E5BABC090}" srcId="{02DC4471-CDAD-4F30-AF11-543F2B0171C1}" destId="{8B35F1E9-ABF6-4B9D-B459-3EA7D0CE6AC2}" srcOrd="7" destOrd="0" parTransId="{48A38DD7-033A-4A2E-BE09-C5E50EC4A5F5}" sibTransId="{E60AAC2C-002C-473B-9F75-B99F762C2F75}"/>
    <dgm:cxn modelId="{E5E14F3B-4C65-4DED-B26A-BE51222CC870}" type="presOf" srcId="{935CC841-157E-4857-907A-8D746DD230B7}" destId="{03E2F098-6DE8-4999-966E-08813361052C}" srcOrd="0" destOrd="14" presId="urn:microsoft.com/office/officeart/2005/8/layout/hList1"/>
    <dgm:cxn modelId="{68D1649F-2D9E-47B5-B1E7-B92D91397377}" type="presOf" srcId="{720229C1-6309-4925-8695-317ACFA38482}" destId="{03E2F098-6DE8-4999-966E-08813361052C}" srcOrd="0" destOrd="10" presId="urn:microsoft.com/office/officeart/2005/8/layout/hList1"/>
    <dgm:cxn modelId="{E88E9151-43C2-4F63-B326-3121DB38EA7D}" srcId="{02DC4471-CDAD-4F30-AF11-543F2B0171C1}" destId="{CC382A29-2A09-40C6-B79E-132B85513591}" srcOrd="9" destOrd="0" parTransId="{9814CDEE-1C9E-4C57-824A-8C1FA7F67767}" sibTransId="{29050441-56D0-4C15-92A1-765EDBDBDF0D}"/>
    <dgm:cxn modelId="{9D92D996-D664-4CDB-B9B8-A9C8FEAF70F9}" type="presOf" srcId="{5F16BA83-1834-422B-9E85-E18CB93AEEDB}" destId="{FE3C632F-65EF-448A-A86C-849A9A855CCC}" srcOrd="0" destOrd="0" presId="urn:microsoft.com/office/officeart/2005/8/layout/hList1"/>
    <dgm:cxn modelId="{BAC30271-2365-4E73-8525-E2948C96FCB2}" type="presOf" srcId="{8B35F1E9-ABF6-4B9D-B459-3EA7D0CE6AC2}" destId="{0CEEC0A2-0AB3-4DC7-8A09-319F4E760050}" srcOrd="0" destOrd="7" presId="urn:microsoft.com/office/officeart/2005/8/layout/hList1"/>
    <dgm:cxn modelId="{FCB0517C-487A-42A8-8D25-064BC733CBCE}" srcId="{3883A7E0-2474-4691-AECC-29C5986ADDEF}" destId="{9C3568C4-2F4D-4C68-BF64-6CE9E0EC8085}" srcOrd="15" destOrd="0" parTransId="{D1FF7CF0-1601-4B2A-8781-09761DBA448D}" sibTransId="{8163B1D6-BEF5-45F5-9D4D-DA6E74B40934}"/>
    <dgm:cxn modelId="{B34A1738-C77F-4D6E-9B10-F7256A0204BC}" type="presOf" srcId="{3883A7E0-2474-4691-AECC-29C5986ADDEF}" destId="{0091E15C-59F5-43C4-9BBA-48177E1F3D56}" srcOrd="0" destOrd="0" presId="urn:microsoft.com/office/officeart/2005/8/layout/hList1"/>
    <dgm:cxn modelId="{FC03A084-3F33-4C9B-8B5A-59AF6BEE3FA7}" srcId="{3883A7E0-2474-4691-AECC-29C5986ADDEF}" destId="{D43C316D-0333-478E-A6F3-9FC166F4E07C}" srcOrd="4" destOrd="0" parTransId="{2694EB6B-732C-470E-9DB9-9DBAB6980DFC}" sibTransId="{815DFB75-4AC3-454B-937C-F90740E94FB2}"/>
    <dgm:cxn modelId="{0E3AC2DA-2D87-4247-9F86-561043538011}" srcId="{3883A7E0-2474-4691-AECC-29C5986ADDEF}" destId="{6B38C745-D11A-4B64-82AE-767F2A61258B}" srcOrd="18" destOrd="0" parTransId="{AB4443EC-FEBF-493F-BC58-F8115FDADF8B}" sibTransId="{28A656E7-225E-41FB-BB48-2659FC377314}"/>
    <dgm:cxn modelId="{EFAC058D-8387-4D3E-BE9E-B50F5AFBC02C}" type="presOf" srcId="{153F41F9-603A-457B-A245-137F2BD687C7}" destId="{03E2F098-6DE8-4999-966E-08813361052C}" srcOrd="0" destOrd="12" presId="urn:microsoft.com/office/officeart/2005/8/layout/hList1"/>
    <dgm:cxn modelId="{851BE4C6-6E4D-432C-B2E6-70A9D2555771}" srcId="{02DC4471-CDAD-4F30-AF11-543F2B0171C1}" destId="{80973D14-F111-45C9-A430-C66635838A8F}" srcOrd="4" destOrd="0" parTransId="{1EAD0E36-9BE5-41F9-972B-623696174B33}" sibTransId="{F5144EA9-C8C7-49DA-B9D5-27E267BFDB1B}"/>
    <dgm:cxn modelId="{BE9405E7-E60D-4E67-8714-580EA6C71AF8}" srcId="{3883A7E0-2474-4691-AECC-29C5986ADDEF}" destId="{720229C1-6309-4925-8695-317ACFA38482}" srcOrd="10" destOrd="0" parTransId="{5A9D7896-10F4-4FB5-B1B4-D790389C730A}" sibTransId="{E4C2478C-68CF-4106-88D8-A11944CCC2BD}"/>
    <dgm:cxn modelId="{ED6920E6-2A56-4248-B268-FDA45FB20480}" type="presOf" srcId="{6B38C745-D11A-4B64-82AE-767F2A61258B}" destId="{03E2F098-6DE8-4999-966E-08813361052C}" srcOrd="0" destOrd="18" presId="urn:microsoft.com/office/officeart/2005/8/layout/hList1"/>
    <dgm:cxn modelId="{B92B92CE-396F-439C-B106-0E17B02E792E}" type="presOf" srcId="{6F427DCB-6A8D-4390-9519-5B85F5015E47}" destId="{03E2F098-6DE8-4999-966E-08813361052C}" srcOrd="0" destOrd="17" presId="urn:microsoft.com/office/officeart/2005/8/layout/hList1"/>
    <dgm:cxn modelId="{947D8D1C-62DF-49E1-B6BC-B931A7428E21}" srcId="{3883A7E0-2474-4691-AECC-29C5986ADDEF}" destId="{A2738F6F-B384-476D-AC4A-AB2E7362835E}" srcOrd="8" destOrd="0" parTransId="{C4520C42-763A-46F0-A328-006DEC29C885}" sibTransId="{623E6FF4-6336-4AD4-93F4-D31D4B1A64A8}"/>
    <dgm:cxn modelId="{8DDEF3D4-6EC9-4D3A-A0BC-623B3D0047E1}" srcId="{02DC4471-CDAD-4F30-AF11-543F2B0171C1}" destId="{C5862013-B9D6-496E-B704-2DD3073C1BAA}" srcOrd="0" destOrd="0" parTransId="{719C2B04-CF1D-4025-85C2-551593F8B95A}" sibTransId="{2AF52942-88FA-49EE-8EDF-C7018B40CAF3}"/>
    <dgm:cxn modelId="{7FDED537-AE11-4B4C-80A9-7A0D44BDF5E3}" srcId="{02DC4471-CDAD-4F30-AF11-543F2B0171C1}" destId="{694C9091-CB6E-41F0-B6FF-5D95F6A1E369}" srcOrd="3" destOrd="0" parTransId="{EB20EC8C-33B3-4140-BBAB-1F54A54DD0D8}" sibTransId="{9658B996-20B5-4F58-919D-165552BA3AF8}"/>
    <dgm:cxn modelId="{A47527B3-4E41-4CA5-AF28-512DA395F11A}" srcId="{5F16BA83-1834-422B-9E85-E18CB93AEEDB}" destId="{02DC4471-CDAD-4F30-AF11-543F2B0171C1}" srcOrd="1" destOrd="0" parTransId="{7847F0E9-4959-4E3E-885E-8AC84B146052}" sibTransId="{17C8911E-8457-4B46-B68A-A440AE049711}"/>
    <dgm:cxn modelId="{BE07664E-21D8-4EA5-8825-EEA538351919}" srcId="{3883A7E0-2474-4691-AECC-29C5986ADDEF}" destId="{4AF21E0B-0D64-4C2D-8541-4034A648E51B}" srcOrd="5" destOrd="0" parTransId="{E08FA8C2-A747-4DA0-9CDC-8AA983826395}" sibTransId="{63DF4B9A-1C7E-484D-B910-8A775B1D12B4}"/>
    <dgm:cxn modelId="{D365C366-DC37-4B93-8918-BB158AFD0327}" srcId="{02DC4471-CDAD-4F30-AF11-543F2B0171C1}" destId="{68058385-53E5-434F-841D-42A7D6F2E74E}" srcOrd="2" destOrd="0" parTransId="{3BF8859A-53D0-4572-B5C6-475D45FD2820}" sibTransId="{877F5DCA-E229-4C38-AAC1-94E70EE51EDB}"/>
    <dgm:cxn modelId="{F72198E0-1D71-4538-9D24-97DD4C6A8883}" type="presOf" srcId="{9ADEB2D9-0AA3-4AD8-8626-5902BAD34DC2}" destId="{03E2F098-6DE8-4999-966E-08813361052C}" srcOrd="0" destOrd="16" presId="urn:microsoft.com/office/officeart/2005/8/layout/hList1"/>
    <dgm:cxn modelId="{C977F54C-991F-48AD-A473-D4F94A6DBE01}" type="presOf" srcId="{2125D7D2-D2A9-4BE8-AF96-B59670BDE1CC}" destId="{0CEEC0A2-0AB3-4DC7-8A09-319F4E760050}" srcOrd="0" destOrd="10" presId="urn:microsoft.com/office/officeart/2005/8/layout/hList1"/>
    <dgm:cxn modelId="{F6B173DC-8213-4841-90A0-FB90459EE70B}" srcId="{3883A7E0-2474-4691-AECC-29C5986ADDEF}" destId="{AE1F5E48-27BC-420F-A989-118C5E5B57F3}" srcOrd="2" destOrd="0" parTransId="{2AC544C9-2B71-444A-A5E1-2B4AC22E8A66}" sibTransId="{7B68D408-3CB0-4795-B066-3C5A5F3E1E6E}"/>
    <dgm:cxn modelId="{C0BDAA5E-E175-4970-B2D8-2104530A1424}" type="presOf" srcId="{C8BC4315-41ED-417A-B379-19F8AE7F6428}" destId="{0CEEC0A2-0AB3-4DC7-8A09-319F4E760050}" srcOrd="0" destOrd="8" presId="urn:microsoft.com/office/officeart/2005/8/layout/hList1"/>
    <dgm:cxn modelId="{E17FFD5C-89C5-4FC9-9313-E37345B6D0AC}" srcId="{3883A7E0-2474-4691-AECC-29C5986ADDEF}" destId="{58BDDE73-C02C-48B9-9D38-159B2BDA1651}" srcOrd="7" destOrd="0" parTransId="{E7FF1E24-0596-4697-8036-93686EB40DD7}" sibTransId="{D9217BA9-1141-487E-8CF0-2769F6DEC988}"/>
    <dgm:cxn modelId="{C3CF950F-7463-406E-AC4B-A1475D601DD5}" srcId="{3883A7E0-2474-4691-AECC-29C5986ADDEF}" destId="{6F427DCB-6A8D-4390-9519-5B85F5015E47}" srcOrd="17" destOrd="0" parTransId="{503B3D8F-124D-456D-A24C-D450D2B65D10}" sibTransId="{3BCEB5D2-9548-467D-AC98-4F7308FAD68C}"/>
    <dgm:cxn modelId="{45C7AB17-EDC1-4AFD-9C2A-38E3B2CE71CC}" type="presOf" srcId="{F55DBD4F-8E60-4264-997E-5CAAB3AA0F49}" destId="{03E2F098-6DE8-4999-966E-08813361052C}" srcOrd="0" destOrd="3" presId="urn:microsoft.com/office/officeart/2005/8/layout/hList1"/>
    <dgm:cxn modelId="{F94C884D-EC3E-4430-99B9-04729B736EA7}" srcId="{3883A7E0-2474-4691-AECC-29C5986ADDEF}" destId="{A4031155-FB77-4634-8F40-3590F96E3C58}" srcOrd="9" destOrd="0" parTransId="{84CDF4EE-19C3-47A0-B9E9-E3B4A0A090AD}" sibTransId="{97220DD0-47CD-422C-AB43-8D7169C5958D}"/>
    <dgm:cxn modelId="{71D30B79-3E5F-4954-89C6-55BE31A7EEBE}" srcId="{02DC4471-CDAD-4F30-AF11-543F2B0171C1}" destId="{2125D7D2-D2A9-4BE8-AF96-B59670BDE1CC}" srcOrd="10" destOrd="0" parTransId="{43455157-7E31-4914-9402-680D857254EE}" sibTransId="{82FBCCBC-03C0-4CCD-9DAF-2CC2F172CABA}"/>
    <dgm:cxn modelId="{2189B875-D79B-4A51-896A-D20CF4B99879}" type="presOf" srcId="{3DD885C2-3542-4FCD-B042-F8731447337A}" destId="{03E2F098-6DE8-4999-966E-08813361052C}" srcOrd="0" destOrd="19" presId="urn:microsoft.com/office/officeart/2005/8/layout/hList1"/>
    <dgm:cxn modelId="{AB933421-F5C1-4D82-932C-0473795B3485}" srcId="{3883A7E0-2474-4691-AECC-29C5986ADDEF}" destId="{B83C0755-B20B-4B4C-BDFE-5777A9E62AA8}" srcOrd="21" destOrd="0" parTransId="{7B9D0170-3DC7-481D-9BC8-42809CD1F04F}" sibTransId="{C5FAD926-7E28-4CCF-B7D7-0E017EB55E31}"/>
    <dgm:cxn modelId="{C974CD6B-715C-4682-8116-F9C713163759}" srcId="{02DC4471-CDAD-4F30-AF11-543F2B0171C1}" destId="{C8BC4315-41ED-417A-B379-19F8AE7F6428}" srcOrd="8" destOrd="0" parTransId="{27C37777-614A-4DE6-8389-119197A8090E}" sibTransId="{119FDF27-F9EC-4547-97A4-5344C194B41A}"/>
    <dgm:cxn modelId="{8FA82465-3CBA-4FA1-AA3F-11BA25CCE3BF}" type="presOf" srcId="{68058385-53E5-434F-841D-42A7D6F2E74E}" destId="{0CEEC0A2-0AB3-4DC7-8A09-319F4E760050}" srcOrd="0" destOrd="2" presId="urn:microsoft.com/office/officeart/2005/8/layout/hList1"/>
    <dgm:cxn modelId="{201C8611-BDDC-4953-82B9-E6652CFE4F8C}" type="presOf" srcId="{D43C316D-0333-478E-A6F3-9FC166F4E07C}" destId="{03E2F098-6DE8-4999-966E-08813361052C}" srcOrd="0" destOrd="4" presId="urn:microsoft.com/office/officeart/2005/8/layout/hList1"/>
    <dgm:cxn modelId="{D4C6E3D9-B14A-458C-95A7-15D159EE83C8}" type="presOf" srcId="{C5862013-B9D6-496E-B704-2DD3073C1BAA}" destId="{0CEEC0A2-0AB3-4DC7-8A09-319F4E760050}" srcOrd="0" destOrd="0" presId="urn:microsoft.com/office/officeart/2005/8/layout/hList1"/>
    <dgm:cxn modelId="{2A630292-DD82-49EC-9B73-B3CC121DD382}" srcId="{3883A7E0-2474-4691-AECC-29C5986ADDEF}" destId="{3DD885C2-3542-4FCD-B042-F8731447337A}" srcOrd="19" destOrd="0" parTransId="{225D03B7-F416-41C3-9E45-C9D89600939D}" sibTransId="{52A18AB5-C1AA-44EB-8443-7C4BEF38DC5E}"/>
    <dgm:cxn modelId="{3DA08675-6794-49C5-9554-63374E6C2AD8}" srcId="{3883A7E0-2474-4691-AECC-29C5986ADDEF}" destId="{734A71CE-D789-41F8-BB6D-1043C5279C52}" srcOrd="1" destOrd="0" parTransId="{93412961-347C-498B-BBFA-2E39872C5069}" sibTransId="{003DAD84-1626-4A70-9AFA-C6B301ED14CF}"/>
    <dgm:cxn modelId="{E8EE6CE1-3D2A-4477-8B6B-F5B131BEFCA2}" srcId="{3883A7E0-2474-4691-AECC-29C5986ADDEF}" destId="{9ADEB2D9-0AA3-4AD8-8626-5902BAD34DC2}" srcOrd="16" destOrd="0" parTransId="{950AE7C3-158B-43A5-8C79-4CC25EF06DD4}" sibTransId="{FF3DF6F7-85CA-4FD8-BAC8-80AF2468446D}"/>
    <dgm:cxn modelId="{8F513394-FBF6-44A6-AF3F-59AF86AC9D39}" srcId="{02DC4471-CDAD-4F30-AF11-543F2B0171C1}" destId="{7DF8A6D3-CF1F-44D2-9ECA-8EA93B7BC2EE}" srcOrd="1" destOrd="0" parTransId="{BB61CE0D-E410-4007-89DE-07EBB7AA509C}" sibTransId="{8DA55624-BE04-4E43-A942-A37365ECB1D6}"/>
    <dgm:cxn modelId="{11EBA1E9-DB86-4AF0-9073-5A41D60B0679}" type="presOf" srcId="{CE14389B-DE06-4048-8BA6-788F7CFF5BC6}" destId="{03E2F098-6DE8-4999-966E-08813361052C}" srcOrd="0" destOrd="13" presId="urn:microsoft.com/office/officeart/2005/8/layout/hList1"/>
    <dgm:cxn modelId="{8FFA7F2F-2711-4B03-AB86-EDCEA6FF421B}" srcId="{5F16BA83-1834-422B-9E85-E18CB93AEEDB}" destId="{3883A7E0-2474-4691-AECC-29C5986ADDEF}" srcOrd="0" destOrd="0" parTransId="{7BBB100C-8186-44CE-815A-77632034C289}" sibTransId="{68324283-A4FE-41FE-ACB4-44BE9D58E08C}"/>
    <dgm:cxn modelId="{4A0EFBC5-1CAD-40D5-A5B4-9EB7A96E9B6C}" type="presOf" srcId="{584B88CB-38A5-40EB-AED8-C0E71664B5AA}" destId="{03E2F098-6DE8-4999-966E-08813361052C}" srcOrd="0" destOrd="0" presId="urn:microsoft.com/office/officeart/2005/8/layout/hList1"/>
    <dgm:cxn modelId="{3C2EF1D6-CE73-43CD-841C-4C4F77CD692B}" srcId="{3883A7E0-2474-4691-AECC-29C5986ADDEF}" destId="{584B88CB-38A5-40EB-AED8-C0E71664B5AA}" srcOrd="0" destOrd="0" parTransId="{EF2629C5-189D-4A8B-A839-E2E74E2CF640}" sibTransId="{EC405D17-F9B5-432A-B375-B3806BD69FA5}"/>
    <dgm:cxn modelId="{BD179083-BB43-4313-852F-9D8C984BF3CC}" type="presOf" srcId="{590F493D-2706-4DFF-8CA5-B7C7D15FA075}" destId="{0CEEC0A2-0AB3-4DC7-8A09-319F4E760050}" srcOrd="0" destOrd="5" presId="urn:microsoft.com/office/officeart/2005/8/layout/hList1"/>
    <dgm:cxn modelId="{C9BB7EB3-B53D-46D1-86F9-7122AFB26971}" srcId="{3883A7E0-2474-4691-AECC-29C5986ADDEF}" destId="{CE14389B-DE06-4048-8BA6-788F7CFF5BC6}" srcOrd="13" destOrd="0" parTransId="{124706A7-F098-400C-A70D-236B82B145E6}" sibTransId="{40E7680E-06D1-446F-8DA3-02B44A474C72}"/>
    <dgm:cxn modelId="{DA490252-8753-497C-A03C-EF5A7FBB99BB}" srcId="{3883A7E0-2474-4691-AECC-29C5986ADDEF}" destId="{ADAE864F-D330-480F-9A98-AFCD3C2B3A4C}" srcOrd="6" destOrd="0" parTransId="{1563B8C0-CEFD-4D00-93E9-C1F591571FC1}" sibTransId="{582F2CC0-3CC4-4969-8094-CE04DB99D75D}"/>
    <dgm:cxn modelId="{A9A21FF6-7E4C-4955-8A19-1D7F2D0BFED4}" type="presOf" srcId="{4AF21E0B-0D64-4C2D-8541-4034A648E51B}" destId="{03E2F098-6DE8-4999-966E-08813361052C}" srcOrd="0" destOrd="5" presId="urn:microsoft.com/office/officeart/2005/8/layout/hList1"/>
    <dgm:cxn modelId="{BE27DBB0-E4B2-4706-AD88-B36426D5F148}" srcId="{3883A7E0-2474-4691-AECC-29C5986ADDEF}" destId="{F55DBD4F-8E60-4264-997E-5CAAB3AA0F49}" srcOrd="3" destOrd="0" parTransId="{FBF2DD15-0951-4919-BB15-D3E8BA70CF08}" sibTransId="{BE2D6B9B-0A95-42EA-8C77-E6E28A52D7F2}"/>
    <dgm:cxn modelId="{79FCC1B7-18D0-4D0B-B294-3811CE2EE20D}" type="presOf" srcId="{CC382A29-2A09-40C6-B79E-132B85513591}" destId="{0CEEC0A2-0AB3-4DC7-8A09-319F4E760050}" srcOrd="0" destOrd="9" presId="urn:microsoft.com/office/officeart/2005/8/layout/hList1"/>
    <dgm:cxn modelId="{17733610-4E00-4804-B040-EB4DDE2141E5}" type="presOf" srcId="{7AD38B85-5EF9-474F-894D-314D6AE9F303}" destId="{0CEEC0A2-0AB3-4DC7-8A09-319F4E760050}" srcOrd="0" destOrd="6" presId="urn:microsoft.com/office/officeart/2005/8/layout/hList1"/>
    <dgm:cxn modelId="{88E2A2FF-B3F4-45F9-96A1-CF2E6CE5AFC2}" type="presOf" srcId="{A2738F6F-B384-476D-AC4A-AB2E7362835E}" destId="{03E2F098-6DE8-4999-966E-08813361052C}" srcOrd="0" destOrd="8" presId="urn:microsoft.com/office/officeart/2005/8/layout/hList1"/>
    <dgm:cxn modelId="{2A9BB78B-593F-42A0-8515-8FED2085CB54}" srcId="{02DC4471-CDAD-4F30-AF11-543F2B0171C1}" destId="{590F493D-2706-4DFF-8CA5-B7C7D15FA075}" srcOrd="5" destOrd="0" parTransId="{2F4D2CF6-0B2A-4D9B-AD97-A08F16BAEA4E}" sibTransId="{4B8E1459-EBB7-4931-AEE6-A5CA14242396}"/>
    <dgm:cxn modelId="{D5B30F88-6418-46A1-8C35-21BD1E9CDB89}" type="presOf" srcId="{ADAE864F-D330-480F-9A98-AFCD3C2B3A4C}" destId="{03E2F098-6DE8-4999-966E-08813361052C}" srcOrd="0" destOrd="6" presId="urn:microsoft.com/office/officeart/2005/8/layout/hList1"/>
    <dgm:cxn modelId="{D0C34D18-D07A-4EE0-A185-EAA0366ECD82}" type="presOf" srcId="{87BCD94B-1603-4CEA-8E8C-70A11091880B}" destId="{03E2F098-6DE8-4999-966E-08813361052C}" srcOrd="0" destOrd="11" presId="urn:microsoft.com/office/officeart/2005/8/layout/hList1"/>
    <dgm:cxn modelId="{4D66B60A-671A-45E0-A674-F9FF0D01E1F1}" type="presOf" srcId="{B83C0755-B20B-4B4C-BDFE-5777A9E62AA8}" destId="{03E2F098-6DE8-4999-966E-08813361052C}" srcOrd="0" destOrd="21" presId="urn:microsoft.com/office/officeart/2005/8/layout/hList1"/>
    <dgm:cxn modelId="{7F063201-D19F-466B-9C8F-7FE7A9872F3E}" type="presOf" srcId="{694C9091-CB6E-41F0-B6FF-5D95F6A1E369}" destId="{0CEEC0A2-0AB3-4DC7-8A09-319F4E760050}" srcOrd="0" destOrd="3" presId="urn:microsoft.com/office/officeart/2005/8/layout/hList1"/>
    <dgm:cxn modelId="{9E24CCEF-9B5D-4E07-8F3F-81B8F80EAB71}" type="presOf" srcId="{7DF8A6D3-CF1F-44D2-9ECA-8EA93B7BC2EE}" destId="{0CEEC0A2-0AB3-4DC7-8A09-319F4E760050}" srcOrd="0" destOrd="1" presId="urn:microsoft.com/office/officeart/2005/8/layout/hList1"/>
    <dgm:cxn modelId="{D58E78E2-3F28-4AAA-B1AF-6795170C01BD}" type="presOf" srcId="{AE1F5E48-27BC-420F-A989-118C5E5B57F3}" destId="{03E2F098-6DE8-4999-966E-08813361052C}" srcOrd="0" destOrd="2" presId="urn:microsoft.com/office/officeart/2005/8/layout/hList1"/>
    <dgm:cxn modelId="{FD410FF7-2350-41B9-AF2C-AB211A71ADD7}" type="presOf" srcId="{9C3568C4-2F4D-4C68-BF64-6CE9E0EC8085}" destId="{03E2F098-6DE8-4999-966E-08813361052C}" srcOrd="0" destOrd="15" presId="urn:microsoft.com/office/officeart/2005/8/layout/hList1"/>
    <dgm:cxn modelId="{C8E9800C-DA23-4709-920A-3ECEA20B5354}" srcId="{3883A7E0-2474-4691-AECC-29C5986ADDEF}" destId="{935CC841-157E-4857-907A-8D746DD230B7}" srcOrd="14" destOrd="0" parTransId="{A20C318D-6C66-46F6-8E81-7FAF3325904D}" sibTransId="{3E9AF046-B222-4D19-AEB5-BBFF7AEBCC58}"/>
    <dgm:cxn modelId="{916F9269-194E-4A21-82CF-C6558EDD5A1A}" srcId="{3883A7E0-2474-4691-AECC-29C5986ADDEF}" destId="{87BCD94B-1603-4CEA-8E8C-70A11091880B}" srcOrd="11" destOrd="0" parTransId="{69B94D0F-2CB0-47D5-BAF9-F0210AB18F35}" sibTransId="{112E9734-6A58-43D6-B779-F6EAB54053A8}"/>
    <dgm:cxn modelId="{80D1FC4F-1065-45C5-B7A9-A0FB278723F9}" srcId="{3883A7E0-2474-4691-AECC-29C5986ADDEF}" destId="{27301C4C-ECE8-48DA-8BF8-B2C229C3A2A0}" srcOrd="20" destOrd="0" parTransId="{03792FD6-2AFA-44F0-8381-75E059D1DACA}" sibTransId="{1224EFB4-3ED4-4173-81A2-05D9B824DDF2}"/>
    <dgm:cxn modelId="{DF104374-19B1-42CF-B075-E4D4DE33E966}" srcId="{02DC4471-CDAD-4F30-AF11-543F2B0171C1}" destId="{87CB84DA-1392-4E1D-A747-93CD6786E6A5}" srcOrd="11" destOrd="0" parTransId="{1BD086C3-94D4-4EF6-818D-FE3BF72AD0B7}" sibTransId="{65401555-5E26-4440-B5FD-0C388180F81A}"/>
    <dgm:cxn modelId="{8AC1A111-E165-4B17-8120-CC1E4061255E}" type="presOf" srcId="{80973D14-F111-45C9-A430-C66635838A8F}" destId="{0CEEC0A2-0AB3-4DC7-8A09-319F4E760050}" srcOrd="0" destOrd="4" presId="urn:microsoft.com/office/officeart/2005/8/layout/hList1"/>
    <dgm:cxn modelId="{F1D14AEA-46CD-4D2B-BC4F-7119D823161E}" type="presOf" srcId="{02DC4471-CDAD-4F30-AF11-543F2B0171C1}" destId="{B9DDB71B-2713-4205-A1D8-7AFF9EC694F8}" srcOrd="0" destOrd="0" presId="urn:microsoft.com/office/officeart/2005/8/layout/hList1"/>
    <dgm:cxn modelId="{EC016DAD-55C2-40E8-A3F1-A25D233D3B54}" type="presOf" srcId="{87CB84DA-1392-4E1D-A747-93CD6786E6A5}" destId="{0CEEC0A2-0AB3-4DC7-8A09-319F4E760050}" srcOrd="0" destOrd="11" presId="urn:microsoft.com/office/officeart/2005/8/layout/hList1"/>
    <dgm:cxn modelId="{80D7AFE4-11C2-46E8-8818-6FBBF99717E0}" type="presOf" srcId="{734A71CE-D789-41F8-BB6D-1043C5279C52}" destId="{03E2F098-6DE8-4999-966E-08813361052C}" srcOrd="0" destOrd="1" presId="urn:microsoft.com/office/officeart/2005/8/layout/hList1"/>
    <dgm:cxn modelId="{AB88EF52-78E7-41E5-9611-34FA1C2018CD}" type="presOf" srcId="{A4031155-FB77-4634-8F40-3590F96E3C58}" destId="{03E2F098-6DE8-4999-966E-08813361052C}" srcOrd="0" destOrd="9" presId="urn:microsoft.com/office/officeart/2005/8/layout/hList1"/>
    <dgm:cxn modelId="{CCEBC895-1475-412D-B3B5-75E5E7E0A821}" srcId="{02DC4471-CDAD-4F30-AF11-543F2B0171C1}" destId="{7AD38B85-5EF9-474F-894D-314D6AE9F303}" srcOrd="6" destOrd="0" parTransId="{03D4BD98-D492-4A1F-BDE3-A0D265FE7B80}" sibTransId="{47630164-F06C-4958-BCC1-716970BA5D85}"/>
    <dgm:cxn modelId="{857E1A00-AD3D-495E-AE4F-E1D7CEC0B6B0}" type="presParOf" srcId="{FE3C632F-65EF-448A-A86C-849A9A855CCC}" destId="{E7457CF7-8CB1-42D7-A6DD-EEF662D4BDFC}" srcOrd="0" destOrd="0" presId="urn:microsoft.com/office/officeart/2005/8/layout/hList1"/>
    <dgm:cxn modelId="{7EBD5B6A-C552-4E2B-A8D2-5AF74BB138BA}" type="presParOf" srcId="{E7457CF7-8CB1-42D7-A6DD-EEF662D4BDFC}" destId="{0091E15C-59F5-43C4-9BBA-48177E1F3D56}" srcOrd="0" destOrd="0" presId="urn:microsoft.com/office/officeart/2005/8/layout/hList1"/>
    <dgm:cxn modelId="{5A0F1599-8C5F-4898-9544-839D7411A483}" type="presParOf" srcId="{E7457CF7-8CB1-42D7-A6DD-EEF662D4BDFC}" destId="{03E2F098-6DE8-4999-966E-08813361052C}" srcOrd="1" destOrd="0" presId="urn:microsoft.com/office/officeart/2005/8/layout/hList1"/>
    <dgm:cxn modelId="{A0A3E5E5-B9FD-4D49-8784-D8AEAB302D0D}" type="presParOf" srcId="{FE3C632F-65EF-448A-A86C-849A9A855CCC}" destId="{8F0E57FF-8B92-4AAB-94D3-F42935BC20E0}" srcOrd="1" destOrd="0" presId="urn:microsoft.com/office/officeart/2005/8/layout/hList1"/>
    <dgm:cxn modelId="{F8FBA294-3EE1-43EA-A41C-0A2A4EEBEEE5}" type="presParOf" srcId="{FE3C632F-65EF-448A-A86C-849A9A855CCC}" destId="{DE74C3AA-4537-4593-BFF1-1949A349ECF5}" srcOrd="2" destOrd="0" presId="urn:microsoft.com/office/officeart/2005/8/layout/hList1"/>
    <dgm:cxn modelId="{96B4DC60-B1FA-4A9E-818D-EB7514B03B53}" type="presParOf" srcId="{DE74C3AA-4537-4593-BFF1-1949A349ECF5}" destId="{B9DDB71B-2713-4205-A1D8-7AFF9EC694F8}" srcOrd="0" destOrd="0" presId="urn:microsoft.com/office/officeart/2005/8/layout/hList1"/>
    <dgm:cxn modelId="{ED06642B-2617-41A2-ABF3-03B8F2AB3D7D}" type="presParOf" srcId="{DE74C3AA-4537-4593-BFF1-1949A349ECF5}" destId="{0CEEC0A2-0AB3-4DC7-8A09-319F4E760050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091E15C-59F5-43C4-9BBA-48177E1F3D56}">
      <dsp:nvSpPr>
        <dsp:cNvPr id="0" name=""/>
        <dsp:cNvSpPr/>
      </dsp:nvSpPr>
      <dsp:spPr>
        <a:xfrm>
          <a:off x="40" y="3737"/>
          <a:ext cx="3881177" cy="4320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60960" rIns="106680" bIns="6096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dirty="0" smtClean="0"/>
            <a:t>Option 1: Migration of Existing Data Model </a:t>
          </a:r>
          <a:endParaRPr lang="en-US" sz="1500" kern="1200" dirty="0"/>
        </a:p>
      </dsp:txBody>
      <dsp:txXfrm>
        <a:off x="40" y="3737"/>
        <a:ext cx="3881177" cy="432000"/>
      </dsp:txXfrm>
    </dsp:sp>
    <dsp:sp modelId="{03E2F098-6DE8-4999-966E-08813361052C}">
      <dsp:nvSpPr>
        <dsp:cNvPr id="0" name=""/>
        <dsp:cNvSpPr/>
      </dsp:nvSpPr>
      <dsp:spPr>
        <a:xfrm>
          <a:off x="40" y="435737"/>
          <a:ext cx="3881177" cy="37881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71120" bIns="80010" numCol="1" spcCol="1270" anchor="t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000" kern="1200" dirty="0" smtClean="0">
              <a:solidFill>
                <a:schemeClr val="tx1"/>
              </a:solidFill>
            </a:rPr>
            <a:t>Keep the Key Figure base model Data in the existing system</a:t>
          </a:r>
          <a:endParaRPr lang="en-US" sz="1000" kern="1200" dirty="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000" kern="1200" dirty="0" smtClean="0">
              <a:solidFill>
                <a:schemeClr val="tx1"/>
              </a:solidFill>
            </a:rPr>
            <a:t>Create </a:t>
          </a:r>
          <a:r>
            <a:rPr lang="en-US" sz="1000" kern="1200" dirty="0" err="1" smtClean="0">
              <a:solidFill>
                <a:schemeClr val="tx1"/>
              </a:solidFill>
            </a:rPr>
            <a:t>aDSO</a:t>
          </a:r>
          <a:r>
            <a:rPr lang="en-US" sz="1000" kern="1200" dirty="0" smtClean="0">
              <a:solidFill>
                <a:schemeClr val="tx1"/>
              </a:solidFill>
            </a:rPr>
            <a:t>/Cube same as ZMM07/ ZMM04 structure</a:t>
          </a:r>
          <a:endParaRPr lang="en-US" sz="1000" kern="1200" dirty="0">
            <a:solidFill>
              <a:schemeClr val="tx1"/>
            </a:solidFill>
          </a:endParaRP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000" kern="1200" dirty="0" smtClean="0">
              <a:solidFill>
                <a:schemeClr val="tx1"/>
              </a:solidFill>
            </a:rPr>
            <a:t>Convert/Copy the existing the 3.x transformation to 7.x transformation</a:t>
          </a:r>
          <a:endParaRPr lang="en-US" sz="1000" kern="1200" dirty="0">
            <a:solidFill>
              <a:schemeClr val="tx1"/>
            </a:solidFill>
          </a:endParaRP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000" kern="1200" dirty="0" smtClean="0">
              <a:solidFill>
                <a:schemeClr val="tx1"/>
              </a:solidFill>
            </a:rPr>
            <a:t>Copy the Query based on top of ZMM07/ ZMM04 based on the production usage </a:t>
          </a:r>
          <a:endParaRPr lang="en-US" sz="1000" kern="1200" dirty="0">
            <a:solidFill>
              <a:schemeClr val="tx1"/>
            </a:solidFill>
          </a:endParaRP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en-US" sz="1000" kern="1200" dirty="0">
            <a:solidFill>
              <a:schemeClr val="tx1"/>
            </a:solidFill>
          </a:endParaRP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000" kern="1200" dirty="0" smtClean="0">
              <a:solidFill>
                <a:schemeClr val="tx1"/>
              </a:solidFill>
            </a:rPr>
            <a:t> Pros and Cons</a:t>
          </a:r>
          <a:endParaRPr lang="en-US" sz="1000" kern="1200" dirty="0">
            <a:solidFill>
              <a:schemeClr val="tx1"/>
            </a:solidFill>
          </a:endParaRP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000" kern="1200" dirty="0" smtClean="0">
              <a:solidFill>
                <a:schemeClr val="tx1"/>
              </a:solidFill>
            </a:rPr>
            <a:t> Easy to  implement </a:t>
          </a:r>
          <a:endParaRPr lang="en-US" sz="1000" kern="1200" dirty="0">
            <a:solidFill>
              <a:schemeClr val="tx1"/>
            </a:solidFill>
          </a:endParaRP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000" kern="1200" dirty="0" smtClean="0"/>
            <a:t> </a:t>
          </a:r>
          <a:r>
            <a:rPr lang="en-US" sz="1000" kern="1200" dirty="0" smtClean="0">
              <a:solidFill>
                <a:schemeClr val="tx1"/>
              </a:solidFill>
            </a:rPr>
            <a:t>As current model is based on Key figure based, More database space is required and Transformation logic needed to populate each key figure</a:t>
          </a:r>
          <a:endParaRPr lang="en-US" sz="1000" kern="1200" dirty="0">
            <a:solidFill>
              <a:schemeClr val="tx1"/>
            </a:solidFill>
          </a:endParaRP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900" kern="1200" dirty="0" smtClean="0">
              <a:solidFill>
                <a:schemeClr val="tx1"/>
              </a:solidFill>
            </a:rPr>
            <a:t> Less load in OLAP processor  as all the Key figures  are already calculated</a:t>
          </a:r>
          <a:endParaRPr lang="en-US" sz="900" kern="1200" dirty="0">
            <a:solidFill>
              <a:schemeClr val="tx1"/>
            </a:solidFill>
          </a:endParaRP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en-US" sz="900" kern="1200" dirty="0">
            <a:solidFill>
              <a:schemeClr val="tx1"/>
            </a:solidFill>
          </a:endParaRP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en-US" sz="900" kern="1200" dirty="0">
            <a:solidFill>
              <a:schemeClr val="tx1"/>
            </a:solidFill>
          </a:endParaRP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en-US" sz="900" kern="1200" dirty="0">
            <a:solidFill>
              <a:schemeClr val="tx1"/>
            </a:solidFill>
          </a:endParaRP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en-US" sz="900" kern="1200" dirty="0">
            <a:solidFill>
              <a:schemeClr val="tx1"/>
            </a:solidFill>
          </a:endParaRP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en-US" sz="900" kern="1200" dirty="0">
            <a:solidFill>
              <a:schemeClr val="tx1"/>
            </a:solidFill>
          </a:endParaRP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en-US" sz="900" kern="1200" dirty="0">
            <a:solidFill>
              <a:schemeClr val="tx1"/>
            </a:solidFill>
          </a:endParaRP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en-US" sz="900" kern="1200" dirty="0">
            <a:solidFill>
              <a:schemeClr val="tx1"/>
            </a:solidFill>
          </a:endParaRP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en-US" sz="900" kern="1200" dirty="0">
            <a:solidFill>
              <a:schemeClr val="tx1"/>
            </a:solidFill>
          </a:endParaRP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en-US" sz="900" kern="1200" dirty="0">
            <a:solidFill>
              <a:schemeClr val="tx1"/>
            </a:solidFill>
          </a:endParaRP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en-US" sz="900" kern="1200" dirty="0">
            <a:solidFill>
              <a:schemeClr val="tx1"/>
            </a:solidFill>
          </a:endParaRP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en-US" sz="900" kern="1200" dirty="0">
            <a:solidFill>
              <a:schemeClr val="tx1"/>
            </a:solidFill>
          </a:endParaRP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en-US" sz="900" kern="1200" dirty="0">
            <a:solidFill>
              <a:schemeClr val="tx1"/>
            </a:solidFill>
          </a:endParaRP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en-US" sz="900" kern="1200" dirty="0">
            <a:solidFill>
              <a:schemeClr val="tx1"/>
            </a:solidFill>
          </a:endParaRPr>
        </a:p>
      </dsp:txBody>
      <dsp:txXfrm>
        <a:off x="40" y="435737"/>
        <a:ext cx="3881177" cy="3788100"/>
      </dsp:txXfrm>
    </dsp:sp>
    <dsp:sp modelId="{B9DDB71B-2713-4205-A1D8-7AFF9EC694F8}">
      <dsp:nvSpPr>
        <dsp:cNvPr id="0" name=""/>
        <dsp:cNvSpPr/>
      </dsp:nvSpPr>
      <dsp:spPr>
        <a:xfrm>
          <a:off x="4424582" y="3737"/>
          <a:ext cx="3881177" cy="4320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60960" rIns="106680" bIns="6096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dirty="0" smtClean="0"/>
            <a:t>Option 2 : Implement HANA Optimized model</a:t>
          </a:r>
          <a:endParaRPr lang="en-US" sz="1500" kern="1200" dirty="0"/>
        </a:p>
      </dsp:txBody>
      <dsp:txXfrm>
        <a:off x="4424582" y="3737"/>
        <a:ext cx="3881177" cy="432000"/>
      </dsp:txXfrm>
    </dsp:sp>
    <dsp:sp modelId="{0CEEC0A2-0AB3-4DC7-8A09-319F4E760050}">
      <dsp:nvSpPr>
        <dsp:cNvPr id="0" name=""/>
        <dsp:cNvSpPr/>
      </dsp:nvSpPr>
      <dsp:spPr>
        <a:xfrm>
          <a:off x="4424582" y="435737"/>
          <a:ext cx="3881177" cy="37881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71120" bIns="80010" numCol="1" spcCol="1270" anchor="t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000" kern="1200" dirty="0" smtClean="0">
              <a:solidFill>
                <a:schemeClr val="tx1"/>
              </a:solidFill>
            </a:rPr>
            <a:t>Implement the HANA optimized Account based model </a:t>
          </a:r>
          <a:endParaRPr lang="en-US" sz="1000" kern="1200" dirty="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000" kern="1200" dirty="0" smtClean="0">
              <a:solidFill>
                <a:schemeClr val="tx1"/>
              </a:solidFill>
            </a:rPr>
            <a:t>Install the HANA optimized content</a:t>
          </a:r>
          <a:endParaRPr lang="en-US" sz="1000" kern="1200" dirty="0">
            <a:solidFill>
              <a:schemeClr val="tx1"/>
            </a:solidFill>
          </a:endParaRP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000" kern="1200" dirty="0" smtClean="0">
              <a:solidFill>
                <a:schemeClr val="tx1"/>
              </a:solidFill>
            </a:rPr>
            <a:t>Enhance the Data </a:t>
          </a:r>
          <a:r>
            <a:rPr lang="en-US" sz="1000" kern="1200" dirty="0" err="1" smtClean="0">
              <a:solidFill>
                <a:schemeClr val="tx1"/>
              </a:solidFill>
            </a:rPr>
            <a:t>aDSO</a:t>
          </a:r>
          <a:r>
            <a:rPr lang="en-US" sz="1000" kern="1200" dirty="0" smtClean="0">
              <a:solidFill>
                <a:schemeClr val="tx1"/>
              </a:solidFill>
            </a:rPr>
            <a:t>/Composite provider to include the custom fields</a:t>
          </a:r>
          <a:endParaRPr lang="en-US" sz="1000" kern="1200" dirty="0">
            <a:solidFill>
              <a:schemeClr val="tx1"/>
            </a:solidFill>
          </a:endParaRP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000" kern="1200" dirty="0" smtClean="0">
              <a:solidFill>
                <a:schemeClr val="tx1"/>
              </a:solidFill>
            </a:rPr>
            <a:t>Create new BEX Query based on the production usage  </a:t>
          </a:r>
          <a:endParaRPr lang="en-US" sz="1000" kern="1200" dirty="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en-US" sz="1000" kern="1200" dirty="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en-US" sz="1000" kern="1200" dirty="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000" kern="1200" dirty="0" smtClean="0">
              <a:solidFill>
                <a:schemeClr val="tx1"/>
              </a:solidFill>
            </a:rPr>
            <a:t> Pros and Cons</a:t>
          </a:r>
          <a:r>
            <a:rPr lang="en-US" sz="1000" kern="1200" dirty="0" smtClean="0"/>
            <a:t> </a:t>
          </a:r>
          <a:endParaRPr lang="en-US" sz="1000" kern="1200" dirty="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000" kern="1200" dirty="0" smtClean="0"/>
            <a:t> Account based model, Three key figures: Stock quantity, stock value and valuated stock quantity</a:t>
          </a:r>
          <a:endParaRPr lang="en-US" sz="1000" kern="1200" dirty="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000" kern="1200" dirty="0" smtClean="0"/>
            <a:t> Uses less database space</a:t>
          </a:r>
          <a:endParaRPr lang="en-US" sz="1000" kern="1200" dirty="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000" kern="1200" dirty="0" smtClean="0"/>
            <a:t> The load for the OLAP processor is higher and there is more work during the query definition</a:t>
          </a:r>
          <a:endParaRPr lang="en-US" sz="1000" kern="1200" dirty="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000" kern="1200" dirty="0" smtClean="0"/>
            <a:t> Need to re-create the </a:t>
          </a:r>
          <a:r>
            <a:rPr lang="en-US" sz="1000" kern="1200" dirty="0" err="1" smtClean="0"/>
            <a:t>Bex</a:t>
          </a:r>
          <a:r>
            <a:rPr lang="en-US" sz="1000" kern="1200" dirty="0" smtClean="0"/>
            <a:t> Query</a:t>
          </a:r>
          <a:endParaRPr lang="en-US" sz="10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en-US" sz="1100" kern="1200" dirty="0"/>
        </a:p>
      </dsp:txBody>
      <dsp:txXfrm>
        <a:off x="4424582" y="435737"/>
        <a:ext cx="3881177" cy="37881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7" Type="http://schemas.openxmlformats.org/officeDocument/2006/relationships/image" Target="../media/image16.wmf"/><Relationship Id="rId2" Type="http://schemas.openxmlformats.org/officeDocument/2006/relationships/image" Target="../media/image11.wmf"/><Relationship Id="rId1" Type="http://schemas.openxmlformats.org/officeDocument/2006/relationships/image" Target="../media/image10.wmf"/><Relationship Id="rId6" Type="http://schemas.openxmlformats.org/officeDocument/2006/relationships/image" Target="../media/image15.wmf"/><Relationship Id="rId5" Type="http://schemas.openxmlformats.org/officeDocument/2006/relationships/image" Target="../media/image14.wmf"/><Relationship Id="rId4" Type="http://schemas.openxmlformats.org/officeDocument/2006/relationships/image" Target="../media/image13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690D58D-464B-41BE-9913-B8DC861AD36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3075" cy="6000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05AD80-8217-4514-9D34-9E5AAEDC9C1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40175" y="0"/>
            <a:ext cx="3013075" cy="6000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F732AF-E283-4093-A005-F8A1DE3FEC8E}" type="datetimeFigureOut">
              <a:rPr lang="en-US" smtClean="0"/>
              <a:t>6/18/2019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3D5BB1-BAEF-42EC-9774-A6F3F45FA2B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1379200"/>
            <a:ext cx="3013075" cy="6000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74A425-AA3C-4201-92C1-86C1A32BAA8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40175" y="11379200"/>
            <a:ext cx="3013075" cy="6000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40BB07-3A68-4AF0-8547-E4DBC0BE1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29153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3"/>
            <a:ext cx="3013763" cy="601045"/>
          </a:xfrm>
          <a:prstGeom prst="rect">
            <a:avLst/>
          </a:prstGeom>
        </p:spPr>
        <p:txBody>
          <a:bodyPr vert="horz" lIns="107543" tIns="53771" rIns="107543" bIns="53771" rtlCol="0"/>
          <a:lstStyle>
            <a:lvl1pPr algn="l">
              <a:defRPr sz="14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39468" y="3"/>
            <a:ext cx="3013763" cy="601045"/>
          </a:xfrm>
          <a:prstGeom prst="rect">
            <a:avLst/>
          </a:prstGeom>
        </p:spPr>
        <p:txBody>
          <a:bodyPr vert="horz" lIns="107543" tIns="53771" rIns="107543" bIns="53771" rtlCol="0"/>
          <a:lstStyle>
            <a:lvl1pPr algn="r">
              <a:defRPr sz="1400"/>
            </a:lvl1pPr>
          </a:lstStyle>
          <a:p>
            <a:fld id="{8D5E550F-9B23-4004-BBF4-00F741D91471}" type="datetimeFigureOut">
              <a:rPr lang="en-US" smtClean="0"/>
              <a:t>6/18/2019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14300" y="1498600"/>
            <a:ext cx="7183438" cy="40417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07543" tIns="53771" rIns="107543" bIns="53771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5484" y="5765028"/>
            <a:ext cx="5563870" cy="4716840"/>
          </a:xfrm>
          <a:prstGeom prst="rect">
            <a:avLst/>
          </a:prstGeom>
        </p:spPr>
        <p:txBody>
          <a:bodyPr vert="horz" lIns="107543" tIns="53771" rIns="107543" bIns="5377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378236"/>
            <a:ext cx="3013763" cy="601043"/>
          </a:xfrm>
          <a:prstGeom prst="rect">
            <a:avLst/>
          </a:prstGeom>
        </p:spPr>
        <p:txBody>
          <a:bodyPr vert="horz" lIns="107543" tIns="53771" rIns="107543" bIns="53771" rtlCol="0" anchor="b"/>
          <a:lstStyle>
            <a:lvl1pPr algn="l">
              <a:defRPr sz="14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39468" y="11378236"/>
            <a:ext cx="3013763" cy="601043"/>
          </a:xfrm>
          <a:prstGeom prst="rect">
            <a:avLst/>
          </a:prstGeom>
        </p:spPr>
        <p:txBody>
          <a:bodyPr vert="horz" lIns="107543" tIns="53771" rIns="107543" bIns="53771" rtlCol="0" anchor="b"/>
          <a:lstStyle>
            <a:lvl1pPr algn="r">
              <a:defRPr sz="1400"/>
            </a:lvl1pPr>
          </a:lstStyle>
          <a:p>
            <a:fld id="{F2B345DB-B089-4FA0-A712-9FF14D540D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98407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tiff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 userDrawn="1"/>
        </p:nvGrpSpPr>
        <p:grpSpPr>
          <a:xfrm>
            <a:off x="0" y="4802262"/>
            <a:ext cx="9147176" cy="288307"/>
            <a:chOff x="0" y="4802262"/>
            <a:chExt cx="9147176" cy="288307"/>
          </a:xfrm>
        </p:grpSpPr>
        <p:pic>
          <p:nvPicPr>
            <p:cNvPr id="15" name="Picture 14" descr="OTS-Violet-web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306" y="4875125"/>
              <a:ext cx="1004736" cy="206382"/>
            </a:xfrm>
            <a:prstGeom prst="rect">
              <a:avLst/>
            </a:prstGeom>
          </p:spPr>
        </p:pic>
        <p:sp>
          <p:nvSpPr>
            <p:cNvPr id="17" name="TextBox 16"/>
            <p:cNvSpPr txBox="1"/>
            <p:nvPr/>
          </p:nvSpPr>
          <p:spPr>
            <a:xfrm>
              <a:off x="1403145" y="4875125"/>
              <a:ext cx="161614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Rock Sans"/>
                  <a:cs typeface="Rock Sans"/>
                </a:rPr>
                <a:t>INFORMATION TECHNOLOGY</a:t>
              </a:r>
            </a:p>
          </p:txBody>
        </p:sp>
        <p:cxnSp>
          <p:nvCxnSpPr>
            <p:cNvPr id="18" name="Straight Connector 17"/>
            <p:cNvCxnSpPr/>
            <p:nvPr/>
          </p:nvCxnSpPr>
          <p:spPr>
            <a:xfrm>
              <a:off x="8609179" y="4803577"/>
              <a:ext cx="0" cy="149590"/>
            </a:xfrm>
            <a:prstGeom prst="line">
              <a:avLst/>
            </a:prstGeom>
            <a:ln w="3175" cmpd="sng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9" name="TextBox 18"/>
            <p:cNvSpPr txBox="1"/>
            <p:nvPr/>
          </p:nvSpPr>
          <p:spPr>
            <a:xfrm>
              <a:off x="7214197" y="4881676"/>
              <a:ext cx="1184588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700" i="1" dirty="0">
                  <a:solidFill>
                    <a:schemeClr val="bg1">
                      <a:lumMod val="65000"/>
                    </a:schemeClr>
                  </a:solidFill>
                  <a:latin typeface="Arial"/>
                  <a:cs typeface="Arial"/>
                </a:rPr>
                <a:t>Privileged &amp; Confidential</a:t>
              </a:r>
            </a:p>
          </p:txBody>
        </p:sp>
        <p:cxnSp>
          <p:nvCxnSpPr>
            <p:cNvPr id="20" name="Straight Connector 19"/>
            <p:cNvCxnSpPr/>
            <p:nvPr/>
          </p:nvCxnSpPr>
          <p:spPr>
            <a:xfrm>
              <a:off x="0" y="4802262"/>
              <a:ext cx="9147176" cy="0"/>
            </a:xfrm>
            <a:prstGeom prst="line">
              <a:avLst/>
            </a:prstGeom>
            <a:ln w="3175" cmpd="sng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1307924" y="4802262"/>
              <a:ext cx="0" cy="149590"/>
            </a:xfrm>
            <a:prstGeom prst="line">
              <a:avLst/>
            </a:prstGeom>
            <a:ln w="3175" cmpd="sng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2" name="TextBox 21"/>
          <p:cNvSpPr txBox="1"/>
          <p:nvPr userDrawn="1"/>
        </p:nvSpPr>
        <p:spPr>
          <a:xfrm>
            <a:off x="8707416" y="4864232"/>
            <a:ext cx="33014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fld id="{A8EB68B3-3924-2A44-9608-A2B068F6ADC0}" type="slidenum">
              <a:rPr lang="en-US" sz="800" b="1" smtClean="0">
                <a:solidFill>
                  <a:srgbClr val="595959"/>
                </a:solidFill>
                <a:latin typeface="Rock Sans"/>
                <a:cs typeface="Rock Sans"/>
              </a:rPr>
              <a:t>‹#›</a:t>
            </a:fld>
            <a:endParaRPr lang="en-US" sz="800" b="1" dirty="0">
              <a:solidFill>
                <a:srgbClr val="595959"/>
              </a:solidFill>
              <a:latin typeface="Rock Sans"/>
              <a:cs typeface="Rock Sans"/>
            </a:endParaRPr>
          </a:p>
        </p:txBody>
      </p:sp>
      <p:sp>
        <p:nvSpPr>
          <p:cNvPr id="11" name="Title Placeholder 23">
            <a:extLst>
              <a:ext uri="{FF2B5EF4-FFF2-40B4-BE49-F238E27FC236}">
                <a16:creationId xmlns:a16="http://schemas.microsoft.com/office/drawing/2014/main" id="{88AFA74B-2E36-1646-98CF-C91D9F308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650" y="133350"/>
            <a:ext cx="8915400" cy="420624"/>
          </a:xfrm>
          <a:prstGeom prst="rect">
            <a:avLst/>
          </a:prstGeom>
        </p:spPr>
        <p:txBody>
          <a:bodyPr vert="horz" anchor="ctr"/>
          <a:lstStyle>
            <a:lvl1pPr algn="l">
              <a:defRPr/>
            </a:lvl1pPr>
          </a:lstStyle>
          <a:p>
            <a:pPr marL="0" lvl="0" algn="l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EE6766-7002-1C4B-B5DD-61F34D5DFE5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0650" y="685801"/>
            <a:ext cx="8915400" cy="396687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kumimoji="0" lang="en-US" sz="2000" b="0" i="0" u="none" strike="noStrike" cap="none" spc="0" normalizeH="0" baseline="0" dirty="0" smtClean="0">
                <a:ln>
                  <a:noFill/>
                </a:ln>
                <a:solidFill>
                  <a:srgbClr val="55565A"/>
                </a:solidFill>
                <a:effectLst/>
                <a:uLnTx/>
                <a:uFillTx/>
                <a:latin typeface="Arial"/>
              </a:defRPr>
            </a:lvl1pPr>
            <a:lvl2pPr>
              <a:defRPr kumimoji="0" lang="en-US" sz="1800" b="0" i="0" u="none" strike="noStrike" cap="none" spc="0" normalizeH="0" baseline="0" dirty="0" smtClean="0">
                <a:ln>
                  <a:noFill/>
                </a:ln>
                <a:solidFill>
                  <a:srgbClr val="55565A"/>
                </a:solidFill>
                <a:effectLst/>
                <a:uLnTx/>
                <a:uFillTx/>
                <a:latin typeface="Arial"/>
              </a:defRPr>
            </a:lvl2pPr>
            <a:lvl3pPr>
              <a:defRPr kumimoji="0" lang="en-US" sz="1600" b="0" i="0" u="none" strike="noStrike" cap="none" spc="0" normalizeH="0" baseline="0" dirty="0" smtClean="0">
                <a:ln>
                  <a:noFill/>
                </a:ln>
                <a:solidFill>
                  <a:srgbClr val="55565A"/>
                </a:solidFill>
                <a:effectLst/>
                <a:uLnTx/>
                <a:uFillTx/>
                <a:latin typeface="Arial"/>
              </a:defRPr>
            </a:lvl3pPr>
            <a:lvl4pPr>
              <a:defRPr kumimoji="0" lang="en-US" sz="1400" b="0" i="0" u="none" strike="noStrike" cap="none" spc="0" normalizeH="0" baseline="0" dirty="0" smtClean="0">
                <a:ln>
                  <a:noFill/>
                </a:ln>
                <a:solidFill>
                  <a:srgbClr val="55565A"/>
                </a:solidFill>
                <a:effectLst/>
                <a:uLnTx/>
                <a:uFillTx/>
                <a:latin typeface="Arial"/>
              </a:defRPr>
            </a:lvl4pPr>
            <a:lvl5pPr>
              <a:defRPr kumimoji="0" lang="en-US" sz="1400" b="0" i="0" u="none" strike="noStrike" cap="none" spc="0" normalizeH="0" baseline="0" dirty="0">
                <a:ln>
                  <a:noFill/>
                </a:ln>
                <a:solidFill>
                  <a:srgbClr val="55565A"/>
                </a:solidFill>
                <a:effectLst/>
                <a:uLnTx/>
                <a:uFillTx/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336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 userDrawn="1"/>
        </p:nvGrpSpPr>
        <p:grpSpPr>
          <a:xfrm>
            <a:off x="0" y="4802262"/>
            <a:ext cx="9147176" cy="288307"/>
            <a:chOff x="0" y="4802262"/>
            <a:chExt cx="9147176" cy="288307"/>
          </a:xfrm>
        </p:grpSpPr>
        <p:pic>
          <p:nvPicPr>
            <p:cNvPr id="15" name="Picture 14" descr="OTS-Violet-web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306" y="4875125"/>
              <a:ext cx="1004736" cy="206382"/>
            </a:xfrm>
            <a:prstGeom prst="rect">
              <a:avLst/>
            </a:prstGeom>
          </p:spPr>
        </p:pic>
        <p:sp>
          <p:nvSpPr>
            <p:cNvPr id="17" name="TextBox 16"/>
            <p:cNvSpPr txBox="1"/>
            <p:nvPr/>
          </p:nvSpPr>
          <p:spPr>
            <a:xfrm>
              <a:off x="1403145" y="4875125"/>
              <a:ext cx="161614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Rock Sans"/>
                  <a:cs typeface="Rock Sans"/>
                </a:rPr>
                <a:t>INFORMATION TECHNOLOGY</a:t>
              </a:r>
            </a:p>
          </p:txBody>
        </p:sp>
        <p:cxnSp>
          <p:nvCxnSpPr>
            <p:cNvPr id="18" name="Straight Connector 17"/>
            <p:cNvCxnSpPr/>
            <p:nvPr/>
          </p:nvCxnSpPr>
          <p:spPr>
            <a:xfrm>
              <a:off x="8609179" y="4803577"/>
              <a:ext cx="0" cy="149590"/>
            </a:xfrm>
            <a:prstGeom prst="line">
              <a:avLst/>
            </a:prstGeom>
            <a:ln w="3175" cmpd="sng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9" name="TextBox 18"/>
            <p:cNvSpPr txBox="1"/>
            <p:nvPr/>
          </p:nvSpPr>
          <p:spPr>
            <a:xfrm>
              <a:off x="7214197" y="4881676"/>
              <a:ext cx="1184588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700" i="1" dirty="0">
                  <a:solidFill>
                    <a:schemeClr val="bg1">
                      <a:lumMod val="65000"/>
                    </a:schemeClr>
                  </a:solidFill>
                  <a:latin typeface="Arial"/>
                  <a:cs typeface="Arial"/>
                </a:rPr>
                <a:t>Privileged &amp; Confidential</a:t>
              </a:r>
            </a:p>
          </p:txBody>
        </p:sp>
        <p:cxnSp>
          <p:nvCxnSpPr>
            <p:cNvPr id="20" name="Straight Connector 19"/>
            <p:cNvCxnSpPr/>
            <p:nvPr/>
          </p:nvCxnSpPr>
          <p:spPr>
            <a:xfrm>
              <a:off x="0" y="4802262"/>
              <a:ext cx="9147176" cy="0"/>
            </a:xfrm>
            <a:prstGeom prst="line">
              <a:avLst/>
            </a:prstGeom>
            <a:ln w="3175" cmpd="sng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1307924" y="4802262"/>
              <a:ext cx="0" cy="149590"/>
            </a:xfrm>
            <a:prstGeom prst="line">
              <a:avLst/>
            </a:prstGeom>
            <a:ln w="3175" cmpd="sng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2" name="TextBox 21"/>
          <p:cNvSpPr txBox="1"/>
          <p:nvPr userDrawn="1"/>
        </p:nvSpPr>
        <p:spPr>
          <a:xfrm>
            <a:off x="8707416" y="4864232"/>
            <a:ext cx="33014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fld id="{A8EB68B3-3924-2A44-9608-A2B068F6ADC0}" type="slidenum">
              <a:rPr lang="en-US" sz="800" b="1" smtClean="0">
                <a:solidFill>
                  <a:srgbClr val="595959"/>
                </a:solidFill>
                <a:latin typeface="Rock Sans"/>
                <a:cs typeface="Rock Sans"/>
              </a:rPr>
              <a:t>‹#›</a:t>
            </a:fld>
            <a:endParaRPr lang="en-US" sz="800" b="1" dirty="0">
              <a:solidFill>
                <a:srgbClr val="595959"/>
              </a:solidFill>
              <a:latin typeface="Rock Sans"/>
              <a:cs typeface="Rock Sans"/>
            </a:endParaRPr>
          </a:p>
        </p:txBody>
      </p:sp>
      <p:sp>
        <p:nvSpPr>
          <p:cNvPr id="11" name="Title Placeholder 23">
            <a:extLst>
              <a:ext uri="{FF2B5EF4-FFF2-40B4-BE49-F238E27FC236}">
                <a16:creationId xmlns:a16="http://schemas.microsoft.com/office/drawing/2014/main" id="{88AFA74B-2E36-1646-98CF-C91D9F308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650" y="133350"/>
            <a:ext cx="8915400" cy="420624"/>
          </a:xfrm>
          <a:prstGeom prst="rect">
            <a:avLst/>
          </a:prstGeom>
        </p:spPr>
        <p:txBody>
          <a:bodyPr vert="horz" anchor="ctr"/>
          <a:lstStyle/>
          <a:p>
            <a:pPr marL="0" lvl="0" algn="l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24">
            <a:extLst>
              <a:ext uri="{FF2B5EF4-FFF2-40B4-BE49-F238E27FC236}">
                <a16:creationId xmlns:a16="http://schemas.microsoft.com/office/drawing/2014/main" id="{879CF106-56AE-C94B-8EDC-9D48E3A823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650" y="666749"/>
            <a:ext cx="4338638" cy="39989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55565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Click to edit Master text styles</a:t>
            </a:r>
          </a:p>
          <a:p>
            <a:pPr marL="0" marR="0" lvl="1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55565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Second level</a:t>
            </a:r>
          </a:p>
          <a:p>
            <a:pPr marL="0" marR="0" lvl="2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55565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Third level</a:t>
            </a:r>
          </a:p>
          <a:p>
            <a:pPr marL="0" marR="0" lvl="3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55565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Fourth level</a:t>
            </a:r>
          </a:p>
          <a:p>
            <a:pPr marL="0" marR="0" lvl="4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55565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Fifth level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55565A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" name="Text Placeholder 24">
            <a:extLst>
              <a:ext uri="{FF2B5EF4-FFF2-40B4-BE49-F238E27FC236}">
                <a16:creationId xmlns:a16="http://schemas.microsoft.com/office/drawing/2014/main" id="{CE9EEFD3-95A9-4D44-9863-046AAFB268B0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697412" y="665604"/>
            <a:ext cx="4338638" cy="39989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55565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Click to edit Master text styles</a:t>
            </a:r>
          </a:p>
          <a:p>
            <a:pPr marL="0" marR="0" lvl="1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55565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Second level</a:t>
            </a:r>
          </a:p>
          <a:p>
            <a:pPr marL="0" marR="0" lvl="2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55565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Third level</a:t>
            </a:r>
          </a:p>
          <a:p>
            <a:pPr marL="0" marR="0" lvl="3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55565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Fourth level</a:t>
            </a:r>
          </a:p>
          <a:p>
            <a:pPr marL="0" marR="0" lvl="4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55565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Fifth level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55565A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917085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 userDrawn="1"/>
        </p:nvGrpSpPr>
        <p:grpSpPr>
          <a:xfrm>
            <a:off x="0" y="4802262"/>
            <a:ext cx="9147176" cy="288307"/>
            <a:chOff x="0" y="4802262"/>
            <a:chExt cx="9147176" cy="288307"/>
          </a:xfrm>
        </p:grpSpPr>
        <p:pic>
          <p:nvPicPr>
            <p:cNvPr id="15" name="Picture 14" descr="OTS-Violet-web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306" y="4875125"/>
              <a:ext cx="1004736" cy="206382"/>
            </a:xfrm>
            <a:prstGeom prst="rect">
              <a:avLst/>
            </a:prstGeom>
          </p:spPr>
        </p:pic>
        <p:sp>
          <p:nvSpPr>
            <p:cNvPr id="17" name="TextBox 16"/>
            <p:cNvSpPr txBox="1"/>
            <p:nvPr/>
          </p:nvSpPr>
          <p:spPr>
            <a:xfrm>
              <a:off x="1403145" y="4875125"/>
              <a:ext cx="161614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Rock Sans"/>
                  <a:cs typeface="Rock Sans"/>
                </a:rPr>
                <a:t>INFORMATION TECHNOLOGY</a:t>
              </a:r>
            </a:p>
          </p:txBody>
        </p:sp>
        <p:cxnSp>
          <p:nvCxnSpPr>
            <p:cNvPr id="18" name="Straight Connector 17"/>
            <p:cNvCxnSpPr/>
            <p:nvPr/>
          </p:nvCxnSpPr>
          <p:spPr>
            <a:xfrm>
              <a:off x="8609179" y="4803577"/>
              <a:ext cx="0" cy="149590"/>
            </a:xfrm>
            <a:prstGeom prst="line">
              <a:avLst/>
            </a:prstGeom>
            <a:ln w="3175" cmpd="sng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9" name="TextBox 18"/>
            <p:cNvSpPr txBox="1"/>
            <p:nvPr/>
          </p:nvSpPr>
          <p:spPr>
            <a:xfrm>
              <a:off x="7214197" y="4881676"/>
              <a:ext cx="1184588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700" i="1" dirty="0">
                  <a:solidFill>
                    <a:schemeClr val="bg1">
                      <a:lumMod val="65000"/>
                    </a:schemeClr>
                  </a:solidFill>
                  <a:latin typeface="Arial"/>
                  <a:cs typeface="Arial"/>
                </a:rPr>
                <a:t>Privileged &amp; Confidential</a:t>
              </a:r>
            </a:p>
          </p:txBody>
        </p:sp>
        <p:cxnSp>
          <p:nvCxnSpPr>
            <p:cNvPr id="20" name="Straight Connector 19"/>
            <p:cNvCxnSpPr/>
            <p:nvPr/>
          </p:nvCxnSpPr>
          <p:spPr>
            <a:xfrm>
              <a:off x="0" y="4802262"/>
              <a:ext cx="9147176" cy="0"/>
            </a:xfrm>
            <a:prstGeom prst="line">
              <a:avLst/>
            </a:prstGeom>
            <a:ln w="3175" cmpd="sng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1307924" y="4802262"/>
              <a:ext cx="0" cy="149590"/>
            </a:xfrm>
            <a:prstGeom prst="line">
              <a:avLst/>
            </a:prstGeom>
            <a:ln w="3175" cmpd="sng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2" name="TextBox 21"/>
          <p:cNvSpPr txBox="1"/>
          <p:nvPr userDrawn="1"/>
        </p:nvSpPr>
        <p:spPr>
          <a:xfrm>
            <a:off x="8707416" y="4864232"/>
            <a:ext cx="33014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fld id="{A8EB68B3-3924-2A44-9608-A2B068F6ADC0}" type="slidenum">
              <a:rPr lang="en-US" sz="800" b="1" smtClean="0">
                <a:solidFill>
                  <a:srgbClr val="595959"/>
                </a:solidFill>
                <a:latin typeface="Rock Sans"/>
                <a:cs typeface="Rock Sans"/>
              </a:rPr>
              <a:t>‹#›</a:t>
            </a:fld>
            <a:endParaRPr lang="en-US" sz="800" b="1" dirty="0">
              <a:solidFill>
                <a:srgbClr val="595959"/>
              </a:solidFill>
              <a:latin typeface="Rock Sans"/>
              <a:cs typeface="Rock Sans"/>
            </a:endParaRPr>
          </a:p>
        </p:txBody>
      </p:sp>
      <p:sp>
        <p:nvSpPr>
          <p:cNvPr id="11" name="Title Placeholder 23">
            <a:extLst>
              <a:ext uri="{FF2B5EF4-FFF2-40B4-BE49-F238E27FC236}">
                <a16:creationId xmlns:a16="http://schemas.microsoft.com/office/drawing/2014/main" id="{88AFA74B-2E36-1646-98CF-C91D9F308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650" y="133350"/>
            <a:ext cx="8915400" cy="420624"/>
          </a:xfrm>
          <a:prstGeom prst="rect">
            <a:avLst/>
          </a:prstGeom>
        </p:spPr>
        <p:txBody>
          <a:bodyPr vert="horz" anchor="ctr"/>
          <a:lstStyle/>
          <a:p>
            <a:pPr marL="0" lvl="0" algn="l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24">
            <a:extLst>
              <a:ext uri="{FF2B5EF4-FFF2-40B4-BE49-F238E27FC236}">
                <a16:creationId xmlns:a16="http://schemas.microsoft.com/office/drawing/2014/main" id="{879CF106-56AE-C94B-8EDC-9D48E3A823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650" y="666749"/>
            <a:ext cx="4338638" cy="39989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55565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Click to edit Master text styles</a:t>
            </a:r>
          </a:p>
          <a:p>
            <a:pPr marL="0" marR="0" lvl="1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55565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Second level</a:t>
            </a:r>
          </a:p>
          <a:p>
            <a:pPr marL="0" marR="0" lvl="2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55565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Third level</a:t>
            </a:r>
          </a:p>
          <a:p>
            <a:pPr marL="0" marR="0" lvl="3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55565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Fourth level</a:t>
            </a:r>
          </a:p>
          <a:p>
            <a:pPr marL="0" marR="0" lvl="4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55565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Fifth level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55565A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4A74BD-9E70-F64E-B089-6C6A238D352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697412" y="664290"/>
            <a:ext cx="4338638" cy="400022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93048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Four-bloc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 userDrawn="1"/>
        </p:nvGrpSpPr>
        <p:grpSpPr>
          <a:xfrm>
            <a:off x="0" y="4802262"/>
            <a:ext cx="9147176" cy="288307"/>
            <a:chOff x="0" y="4802262"/>
            <a:chExt cx="9147176" cy="288307"/>
          </a:xfrm>
        </p:grpSpPr>
        <p:pic>
          <p:nvPicPr>
            <p:cNvPr id="15" name="Picture 14" descr="OTS-Violet-web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306" y="4875125"/>
              <a:ext cx="1004736" cy="206382"/>
            </a:xfrm>
            <a:prstGeom prst="rect">
              <a:avLst/>
            </a:prstGeom>
          </p:spPr>
        </p:pic>
        <p:sp>
          <p:nvSpPr>
            <p:cNvPr id="17" name="TextBox 16"/>
            <p:cNvSpPr txBox="1"/>
            <p:nvPr/>
          </p:nvSpPr>
          <p:spPr>
            <a:xfrm>
              <a:off x="1403145" y="4875125"/>
              <a:ext cx="161614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Rock Sans"/>
                  <a:cs typeface="Rock Sans"/>
                </a:rPr>
                <a:t>INFORMATION TECHNOLOGY</a:t>
              </a:r>
            </a:p>
          </p:txBody>
        </p:sp>
        <p:cxnSp>
          <p:nvCxnSpPr>
            <p:cNvPr id="18" name="Straight Connector 17"/>
            <p:cNvCxnSpPr/>
            <p:nvPr/>
          </p:nvCxnSpPr>
          <p:spPr>
            <a:xfrm>
              <a:off x="8609179" y="4803577"/>
              <a:ext cx="0" cy="149590"/>
            </a:xfrm>
            <a:prstGeom prst="line">
              <a:avLst/>
            </a:prstGeom>
            <a:ln w="3175" cmpd="sng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9" name="TextBox 18"/>
            <p:cNvSpPr txBox="1"/>
            <p:nvPr/>
          </p:nvSpPr>
          <p:spPr>
            <a:xfrm>
              <a:off x="7214197" y="4881676"/>
              <a:ext cx="1184588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700" i="1" dirty="0">
                  <a:solidFill>
                    <a:schemeClr val="bg1">
                      <a:lumMod val="65000"/>
                    </a:schemeClr>
                  </a:solidFill>
                  <a:latin typeface="Arial"/>
                  <a:cs typeface="Arial"/>
                </a:rPr>
                <a:t>Privileged &amp; Confidential</a:t>
              </a:r>
            </a:p>
          </p:txBody>
        </p:sp>
        <p:cxnSp>
          <p:nvCxnSpPr>
            <p:cNvPr id="20" name="Straight Connector 19"/>
            <p:cNvCxnSpPr/>
            <p:nvPr/>
          </p:nvCxnSpPr>
          <p:spPr>
            <a:xfrm>
              <a:off x="0" y="4802262"/>
              <a:ext cx="9147176" cy="0"/>
            </a:xfrm>
            <a:prstGeom prst="line">
              <a:avLst/>
            </a:prstGeom>
            <a:ln w="3175" cmpd="sng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1307924" y="4802262"/>
              <a:ext cx="0" cy="149590"/>
            </a:xfrm>
            <a:prstGeom prst="line">
              <a:avLst/>
            </a:prstGeom>
            <a:ln w="3175" cmpd="sng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2" name="TextBox 21"/>
          <p:cNvSpPr txBox="1"/>
          <p:nvPr userDrawn="1"/>
        </p:nvSpPr>
        <p:spPr>
          <a:xfrm>
            <a:off x="8707416" y="4864232"/>
            <a:ext cx="33014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fld id="{A8EB68B3-3924-2A44-9608-A2B068F6ADC0}" type="slidenum">
              <a:rPr lang="en-US" sz="800" b="1" smtClean="0">
                <a:solidFill>
                  <a:srgbClr val="595959"/>
                </a:solidFill>
                <a:latin typeface="Rock Sans"/>
                <a:cs typeface="Rock Sans"/>
              </a:rPr>
              <a:t>‹#›</a:t>
            </a:fld>
            <a:endParaRPr lang="en-US" sz="800" b="1" dirty="0">
              <a:solidFill>
                <a:srgbClr val="595959"/>
              </a:solidFill>
              <a:latin typeface="Rock Sans"/>
              <a:cs typeface="Rock Sans"/>
            </a:endParaRPr>
          </a:p>
        </p:txBody>
      </p:sp>
      <p:sp>
        <p:nvSpPr>
          <p:cNvPr id="11" name="Title Placeholder 23">
            <a:extLst>
              <a:ext uri="{FF2B5EF4-FFF2-40B4-BE49-F238E27FC236}">
                <a16:creationId xmlns:a16="http://schemas.microsoft.com/office/drawing/2014/main" id="{88AFA74B-2E36-1646-98CF-C91D9F308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650" y="133350"/>
            <a:ext cx="8915400" cy="420624"/>
          </a:xfrm>
          <a:prstGeom prst="rect">
            <a:avLst/>
          </a:prstGeom>
        </p:spPr>
        <p:txBody>
          <a:bodyPr vert="horz" anchor="ctr"/>
          <a:lstStyle/>
          <a:p>
            <a:pPr marL="0" lvl="0" algn="l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24">
            <a:extLst>
              <a:ext uri="{FF2B5EF4-FFF2-40B4-BE49-F238E27FC236}">
                <a16:creationId xmlns:a16="http://schemas.microsoft.com/office/drawing/2014/main" id="{879CF106-56AE-C94B-8EDC-9D48E3A823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650" y="666749"/>
            <a:ext cx="4338638" cy="19050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55565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Click to edit Master text styles</a:t>
            </a:r>
          </a:p>
          <a:p>
            <a:pPr marL="0" marR="0" lvl="1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55565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Second level</a:t>
            </a:r>
          </a:p>
          <a:p>
            <a:pPr marL="0" marR="0" lvl="2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55565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Third level</a:t>
            </a:r>
          </a:p>
          <a:p>
            <a:pPr marL="0" marR="0" lvl="3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55565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Fourth level</a:t>
            </a:r>
          </a:p>
          <a:p>
            <a:pPr marL="0" marR="0" lvl="4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55565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Fifth level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55565A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" name="Text Placeholder 24">
            <a:extLst>
              <a:ext uri="{FF2B5EF4-FFF2-40B4-BE49-F238E27FC236}">
                <a16:creationId xmlns:a16="http://schemas.microsoft.com/office/drawing/2014/main" id="{CE9EEFD3-95A9-4D44-9863-046AAFB268B0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697412" y="665604"/>
            <a:ext cx="4338638" cy="19061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55565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Click to edit Master text styles</a:t>
            </a:r>
          </a:p>
          <a:p>
            <a:pPr marL="0" marR="0" lvl="1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55565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Second level</a:t>
            </a:r>
          </a:p>
          <a:p>
            <a:pPr marL="0" marR="0" lvl="2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55565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Third level</a:t>
            </a:r>
          </a:p>
          <a:p>
            <a:pPr marL="0" marR="0" lvl="3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55565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Fourth level</a:t>
            </a:r>
          </a:p>
          <a:p>
            <a:pPr marL="0" marR="0" lvl="4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55565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Fifth level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55565A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6" name="Text Placeholder 24">
            <a:extLst>
              <a:ext uri="{FF2B5EF4-FFF2-40B4-BE49-F238E27FC236}">
                <a16:creationId xmlns:a16="http://schemas.microsoft.com/office/drawing/2014/main" id="{D14BE800-1154-C344-BA00-F42FCD5117C2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20650" y="2754924"/>
            <a:ext cx="4338638" cy="19050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55565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Click to edit Master text styles</a:t>
            </a:r>
          </a:p>
          <a:p>
            <a:pPr marL="0" marR="0" lvl="1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55565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Second level</a:t>
            </a:r>
          </a:p>
          <a:p>
            <a:pPr marL="0" marR="0" lvl="2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55565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Third level</a:t>
            </a:r>
          </a:p>
          <a:p>
            <a:pPr marL="0" marR="0" lvl="3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55565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Fourth level</a:t>
            </a:r>
          </a:p>
          <a:p>
            <a:pPr marL="0" marR="0" lvl="4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55565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Fifth level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55565A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3" name="Text Placeholder 24">
            <a:extLst>
              <a:ext uri="{FF2B5EF4-FFF2-40B4-BE49-F238E27FC236}">
                <a16:creationId xmlns:a16="http://schemas.microsoft.com/office/drawing/2014/main" id="{DB5727CE-0870-5446-918D-C689B38A8127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4697412" y="2753779"/>
            <a:ext cx="4338638" cy="19061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55565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Click to edit Master text styles</a:t>
            </a:r>
          </a:p>
          <a:p>
            <a:pPr marL="0" marR="0" lvl="1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55565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Second level</a:t>
            </a:r>
          </a:p>
          <a:p>
            <a:pPr marL="0" marR="0" lvl="2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55565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Third level</a:t>
            </a:r>
          </a:p>
          <a:p>
            <a:pPr marL="0" marR="0" lvl="3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55565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Fourth level</a:t>
            </a:r>
          </a:p>
          <a:p>
            <a:pPr marL="0" marR="0" lvl="4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55565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Fifth level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55565A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477530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No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23">
            <a:extLst>
              <a:ext uri="{FF2B5EF4-FFF2-40B4-BE49-F238E27FC236}">
                <a16:creationId xmlns:a16="http://schemas.microsoft.com/office/drawing/2014/main" id="{6019C328-8766-0B49-AAF2-B0B307560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650" y="133350"/>
            <a:ext cx="8915400" cy="420624"/>
          </a:xfrm>
          <a:prstGeom prst="rect">
            <a:avLst/>
          </a:prstGeom>
        </p:spPr>
        <p:txBody>
          <a:bodyPr vert="horz" anchor="ctr"/>
          <a:lstStyle/>
          <a:p>
            <a:pPr marL="0" lvl="0" algn="l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24">
            <a:extLst>
              <a:ext uri="{FF2B5EF4-FFF2-40B4-BE49-F238E27FC236}">
                <a16:creationId xmlns:a16="http://schemas.microsoft.com/office/drawing/2014/main" id="{4B8AA178-F57F-F04D-9877-3FADAD3FA3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650" y="666748"/>
            <a:ext cx="8915400" cy="43434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55565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Click to edit Master text styles</a:t>
            </a:r>
          </a:p>
          <a:p>
            <a:pPr marL="0" marR="0" lvl="1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55565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Second level</a:t>
            </a:r>
          </a:p>
          <a:p>
            <a:pPr marL="0" marR="0" lvl="2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55565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Third level</a:t>
            </a:r>
          </a:p>
          <a:p>
            <a:pPr marL="0" marR="0" lvl="3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55565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Fourth level</a:t>
            </a:r>
          </a:p>
          <a:p>
            <a:pPr marL="0" marR="0" lvl="4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55565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Fifth level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55565A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882047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73F84E9-A790-B742-BD9E-D644DDCBFF0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12713" y="133350"/>
            <a:ext cx="8923337" cy="48768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8847209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112713" y="133350"/>
            <a:ext cx="8923337" cy="4876800"/>
          </a:xfrm>
          <a:prstGeom prst="rect">
            <a:avLst/>
          </a:prstGeom>
          <a:gradFill flip="none" rotWithShape="1">
            <a:gsLst>
              <a:gs pos="0">
                <a:srgbClr val="133C76"/>
              </a:gs>
              <a:gs pos="66000">
                <a:schemeClr val="tx2">
                  <a:lumMod val="50000"/>
                </a:schemeClr>
              </a:gs>
            </a:gsLst>
            <a:lin ang="2940000" scaled="0"/>
            <a:tileRect/>
          </a:gra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itle 14"/>
          <p:cNvSpPr>
            <a:spLocks noGrp="1"/>
          </p:cNvSpPr>
          <p:nvPr>
            <p:ph type="title" hasCustomPrompt="1"/>
          </p:nvPr>
        </p:nvSpPr>
        <p:spPr>
          <a:xfrm>
            <a:off x="2094194" y="2542449"/>
            <a:ext cx="6364006" cy="1404539"/>
          </a:xfrm>
          <a:prstGeom prst="rect">
            <a:avLst/>
          </a:prstGeom>
        </p:spPr>
        <p:txBody>
          <a:bodyPr vert="horz" anchor="b"/>
          <a:lstStyle>
            <a:lvl1pPr algn="l">
              <a:lnSpc>
                <a:spcPct val="80000"/>
              </a:lnSpc>
              <a:defRPr sz="3600" b="1">
                <a:solidFill>
                  <a:schemeClr val="bg1"/>
                </a:solidFill>
                <a:latin typeface="Rock Sans"/>
                <a:cs typeface="Rock Sans"/>
              </a:defRPr>
            </a:lvl1pPr>
          </a:lstStyle>
          <a:p>
            <a:r>
              <a:rPr lang="en-US" dirty="0"/>
              <a:t>CLICK TO ADD TRANSITION TITLE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977901" y="3708769"/>
            <a:ext cx="8166100" cy="331784"/>
            <a:chOff x="1217203" y="3708769"/>
            <a:chExt cx="7926797" cy="331784"/>
          </a:xfrm>
        </p:grpSpPr>
        <p:cxnSp>
          <p:nvCxnSpPr>
            <p:cNvPr id="8" name="Straight Connector 7"/>
            <p:cNvCxnSpPr/>
            <p:nvPr/>
          </p:nvCxnSpPr>
          <p:spPr>
            <a:xfrm>
              <a:off x="1217203" y="4037458"/>
              <a:ext cx="7926797" cy="3095"/>
            </a:xfrm>
            <a:prstGeom prst="line">
              <a:avLst/>
            </a:prstGeom>
            <a:ln w="12700" cmpd="sng"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V="1">
              <a:off x="2192105" y="3708769"/>
              <a:ext cx="0" cy="331784"/>
            </a:xfrm>
            <a:prstGeom prst="line">
              <a:avLst/>
            </a:prstGeom>
            <a:ln w="12700" cmpd="sng">
              <a:solidFill>
                <a:srgbClr val="FFFFFF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0" name="Text Placeholder 28"/>
          <p:cNvSpPr>
            <a:spLocks noGrp="1"/>
          </p:cNvSpPr>
          <p:nvPr>
            <p:ph type="body" sz="quarter" idx="11" hasCustomPrompt="1"/>
          </p:nvPr>
        </p:nvSpPr>
        <p:spPr>
          <a:xfrm>
            <a:off x="909321" y="4128057"/>
            <a:ext cx="5491479" cy="301625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400" baseline="0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dirty="0"/>
              <a:t>Click to add a sub-headline</a:t>
            </a:r>
          </a:p>
        </p:txBody>
      </p:sp>
      <p:cxnSp>
        <p:nvCxnSpPr>
          <p:cNvPr id="12" name="Straight Connector 11"/>
          <p:cNvCxnSpPr/>
          <p:nvPr userDrawn="1"/>
        </p:nvCxnSpPr>
        <p:spPr>
          <a:xfrm flipV="1">
            <a:off x="6553200" y="4037458"/>
            <a:ext cx="0" cy="303992"/>
          </a:xfrm>
          <a:prstGeom prst="line">
            <a:avLst/>
          </a:prstGeom>
          <a:ln w="12700" cmpd="sng">
            <a:solidFill>
              <a:srgbClr val="FFFFF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46829BCF-FF11-3F44-88D3-5015723174C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781800" y="4134517"/>
            <a:ext cx="1962948" cy="54635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CE97487-223E-D54E-8B44-E9B0705F4B12}"/>
              </a:ext>
            </a:extLst>
          </p:cNvPr>
          <p:cNvSpPr txBox="1"/>
          <p:nvPr userDrawn="1"/>
        </p:nvSpPr>
        <p:spPr>
          <a:xfrm>
            <a:off x="748051" y="3058750"/>
            <a:ext cx="1180131" cy="9541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R="0" lvl="0" indent="0" algn="r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5600">
                <a:solidFill>
                  <a:srgbClr val="FFFFFF"/>
                </a:solidFill>
                <a:latin typeface="Rock Sans"/>
                <a:cs typeface="Rock Sans"/>
              </a:defRPr>
            </a:lvl1pPr>
            <a:lvl2pPr marL="571500" marR="0" indent="-223838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 sz="2800"/>
            </a:lvl2pPr>
            <a:lvl3pPr marL="920750" marR="0" indent="-223838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.AppleSystemUIFont"/>
              <a:buChar char="–"/>
              <a:tabLst/>
              <a:defRPr sz="2400"/>
            </a:lvl3pPr>
            <a:lvl4pPr marL="1316038" marR="0" indent="-171450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 sz="2000"/>
            </a:lvl4pPr>
            <a:lvl5pPr marL="1717675" marR="0" indent="-223838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»"/>
              <a:tabLst/>
              <a:defRPr sz="2000"/>
            </a:lvl5pPr>
            <a:lvl6pPr marL="2514600" indent="-228600">
              <a:spcBef>
                <a:spcPct val="20000"/>
              </a:spcBef>
              <a:buFont typeface="Arial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/>
              <a:buChar char="•"/>
              <a:defRPr sz="2000"/>
            </a:lvl9pPr>
          </a:lstStyle>
          <a:p>
            <a:pPr lvl="0"/>
            <a:fld id="{E229A8F3-7767-DD44-8FAA-6BFF359DC92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68617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/>
          <p:cNvSpPr>
            <a:spLocks noGrp="1"/>
          </p:cNvSpPr>
          <p:nvPr>
            <p:ph type="title" hasCustomPrompt="1"/>
          </p:nvPr>
        </p:nvSpPr>
        <p:spPr>
          <a:xfrm>
            <a:off x="778180" y="1059219"/>
            <a:ext cx="4744410" cy="2531181"/>
          </a:xfrm>
          <a:prstGeom prst="rect">
            <a:avLst/>
          </a:prstGeom>
        </p:spPr>
        <p:txBody>
          <a:bodyPr vert="horz" anchor="b"/>
          <a:lstStyle>
            <a:lvl1pPr algn="l">
              <a:lnSpc>
                <a:spcPct val="80000"/>
              </a:lnSpc>
              <a:defRPr sz="3600" b="1">
                <a:solidFill>
                  <a:srgbClr val="042E60"/>
                </a:solidFill>
                <a:latin typeface="Rock Sans"/>
                <a:cs typeface="Rock San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845274" y="3789734"/>
            <a:ext cx="7836668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837529" y="3919989"/>
            <a:ext cx="3220448" cy="278541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000">
                <a:solidFill>
                  <a:srgbClr val="7F7F7F"/>
                </a:solidFill>
              </a:defRPr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 dirty="0"/>
              <a:t>Date Here</a:t>
            </a:r>
          </a:p>
        </p:txBody>
      </p:sp>
      <p:cxnSp>
        <p:nvCxnSpPr>
          <p:cNvPr id="18" name="Straight Connector 17"/>
          <p:cNvCxnSpPr/>
          <p:nvPr/>
        </p:nvCxnSpPr>
        <p:spPr>
          <a:xfrm>
            <a:off x="5981658" y="3789734"/>
            <a:ext cx="0" cy="963023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EA7128AA-58C0-4002-965B-6B80B93F977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263295" y="3989069"/>
            <a:ext cx="2481452" cy="692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70306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Point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22"/>
          <p:cNvSpPr>
            <a:spLocks noGrp="1"/>
          </p:cNvSpPr>
          <p:nvPr>
            <p:ph type="body" sz="quarter" idx="13" hasCustomPrompt="1"/>
          </p:nvPr>
        </p:nvSpPr>
        <p:spPr>
          <a:xfrm>
            <a:off x="342900" y="1385209"/>
            <a:ext cx="8458200" cy="2919413"/>
          </a:xfrm>
          <a:prstGeom prst="rect">
            <a:avLst/>
          </a:prstGeom>
        </p:spPr>
        <p:txBody>
          <a:bodyPr lIns="0" rIns="0" anchor="t"/>
          <a:lstStyle>
            <a:lvl1pPr marL="214313" indent="-214313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Clr>
                <a:srgbClr val="FF545F"/>
              </a:buClr>
              <a:buFont typeface="Wingdings" panose="05000000000000000000" pitchFamily="2" charset="2"/>
              <a:buChar char="§"/>
              <a:defRPr sz="1200">
                <a:solidFill>
                  <a:srgbClr val="063161"/>
                </a:solidFill>
                <a:latin typeface="Georgia" panose="02040502050405020303" pitchFamily="18" charset="0"/>
              </a:defRPr>
            </a:lvl1pPr>
            <a:lvl2pPr marL="557213" indent="-214313">
              <a:spcBef>
                <a:spcPts val="450"/>
              </a:spcBef>
              <a:spcAft>
                <a:spcPts val="450"/>
              </a:spcAft>
              <a:buClr>
                <a:srgbClr val="EA3946"/>
              </a:buClr>
              <a:buFont typeface="Arial" panose="020B0604020202020204" pitchFamily="34" charset="0"/>
              <a:buChar char="•"/>
              <a:defRPr sz="1200">
                <a:solidFill>
                  <a:srgbClr val="063161"/>
                </a:solidFill>
              </a:defRPr>
            </a:lvl2pPr>
            <a:lvl3pPr marL="900113" indent="-214313">
              <a:spcBef>
                <a:spcPts val="450"/>
              </a:spcBef>
              <a:spcAft>
                <a:spcPts val="450"/>
              </a:spcAft>
              <a:buClr>
                <a:srgbClr val="C00000"/>
              </a:buClr>
              <a:buFont typeface="Georgia" panose="02040502050405020303" pitchFamily="18" charset="0"/>
              <a:buChar char="─"/>
              <a:defRPr sz="900">
                <a:solidFill>
                  <a:srgbClr val="063161"/>
                </a:solidFill>
              </a:defRPr>
            </a:lvl3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Excepteur</a:t>
            </a:r>
            <a:r>
              <a:rPr lang="en-US" dirty="0"/>
              <a:t> </a:t>
            </a:r>
            <a:r>
              <a:rPr lang="en-US" dirty="0" err="1"/>
              <a:t>sint</a:t>
            </a:r>
            <a:r>
              <a:rPr lang="en-US" dirty="0"/>
              <a:t> </a:t>
            </a:r>
            <a:r>
              <a:rPr lang="en-US" dirty="0" err="1"/>
              <a:t>occaecat</a:t>
            </a:r>
            <a:r>
              <a:rPr lang="en-US" dirty="0"/>
              <a:t> </a:t>
            </a:r>
            <a:r>
              <a:rPr lang="en-US" dirty="0" err="1"/>
              <a:t>cupidatat</a:t>
            </a:r>
            <a:r>
              <a:rPr lang="en-US" dirty="0"/>
              <a:t> non </a:t>
            </a:r>
            <a:r>
              <a:rPr lang="en-US" dirty="0" err="1"/>
              <a:t>proident</a:t>
            </a:r>
            <a:r>
              <a:rPr lang="en-US" dirty="0"/>
              <a:t>, </a:t>
            </a:r>
            <a:r>
              <a:rPr lang="en-US" dirty="0" err="1"/>
              <a:t>sunt</a:t>
            </a:r>
            <a:r>
              <a:rPr lang="en-US" dirty="0"/>
              <a:t> in culpa qui </a:t>
            </a:r>
            <a:r>
              <a:rPr lang="en-US" dirty="0" err="1"/>
              <a:t>officia</a:t>
            </a:r>
            <a:r>
              <a:rPr lang="en-US" dirty="0"/>
              <a:t> </a:t>
            </a:r>
            <a:r>
              <a:rPr lang="en-US" dirty="0" err="1"/>
              <a:t>deserunt</a:t>
            </a:r>
            <a:r>
              <a:rPr lang="en-US" dirty="0"/>
              <a:t> </a:t>
            </a:r>
            <a:r>
              <a:rPr lang="en-US" dirty="0" err="1"/>
              <a:t>mollit</a:t>
            </a:r>
            <a:r>
              <a:rPr lang="en-US" dirty="0"/>
              <a:t> </a:t>
            </a:r>
            <a:r>
              <a:rPr lang="en-US" dirty="0" err="1"/>
              <a:t>anim</a:t>
            </a:r>
            <a:r>
              <a:rPr lang="en-US" dirty="0"/>
              <a:t> id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laborum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.</a:t>
            </a:r>
          </a:p>
          <a:p>
            <a:pPr lvl="2"/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,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quae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</a:t>
            </a:r>
            <a:r>
              <a:rPr lang="en-US" dirty="0" err="1"/>
              <a:t>beatae</a:t>
            </a:r>
            <a:r>
              <a:rPr lang="en-US" dirty="0"/>
              <a:t> vitae dicta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explicabo</a:t>
            </a:r>
            <a:r>
              <a:rPr lang="en-US" dirty="0"/>
              <a:t>. Nemo </a:t>
            </a:r>
            <a:r>
              <a:rPr lang="en-US" dirty="0" err="1"/>
              <a:t>enim</a:t>
            </a:r>
            <a:r>
              <a:rPr lang="en-US" dirty="0"/>
              <a:t> </a:t>
            </a:r>
            <a:r>
              <a:rPr lang="en-US" dirty="0" err="1"/>
              <a:t>ipsam</a:t>
            </a:r>
            <a:r>
              <a:rPr lang="en-US" dirty="0"/>
              <a:t>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quia</a:t>
            </a:r>
            <a:r>
              <a:rPr lang="en-US" dirty="0"/>
              <a:t> </a:t>
            </a:r>
            <a:r>
              <a:rPr lang="en-US" dirty="0" err="1"/>
              <a:t>voluptas</a:t>
            </a:r>
            <a:r>
              <a:rPr lang="en-US" dirty="0"/>
              <a:t> sit </a:t>
            </a:r>
            <a:r>
              <a:rPr lang="en-US" dirty="0" err="1"/>
              <a:t>aspernatur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odit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fugit,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quia</a:t>
            </a:r>
            <a:r>
              <a:rPr lang="en-US" dirty="0"/>
              <a:t> </a:t>
            </a:r>
            <a:r>
              <a:rPr lang="en-US" dirty="0" err="1"/>
              <a:t>consequuntur</a:t>
            </a:r>
            <a:r>
              <a:rPr lang="en-US" dirty="0"/>
              <a:t> </a:t>
            </a:r>
            <a:r>
              <a:rPr lang="en-US" dirty="0" err="1"/>
              <a:t>magni</a:t>
            </a:r>
            <a:r>
              <a:rPr lang="en-US" dirty="0"/>
              <a:t> </a:t>
            </a:r>
            <a:r>
              <a:rPr lang="en-US" dirty="0" err="1"/>
              <a:t>dolores</a:t>
            </a:r>
            <a:r>
              <a:rPr lang="en-US" dirty="0"/>
              <a:t> </a:t>
            </a:r>
            <a:r>
              <a:rPr lang="en-US" dirty="0" err="1"/>
              <a:t>eos</a:t>
            </a:r>
            <a:endParaRPr lang="en-US" dirty="0"/>
          </a:p>
          <a:p>
            <a:pPr lvl="0"/>
            <a:r>
              <a:rPr lang="en-US" dirty="0"/>
              <a:t>Qui </a:t>
            </a:r>
            <a:r>
              <a:rPr lang="en-US" dirty="0" err="1"/>
              <a:t>ratione</a:t>
            </a:r>
            <a:r>
              <a:rPr lang="en-US" dirty="0"/>
              <a:t>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sequi</a:t>
            </a:r>
            <a:r>
              <a:rPr lang="en-US" dirty="0"/>
              <a:t> </a:t>
            </a:r>
            <a:r>
              <a:rPr lang="en-US" dirty="0" err="1"/>
              <a:t>nesciunt</a:t>
            </a:r>
            <a:r>
              <a:rPr lang="en-US" dirty="0"/>
              <a:t>.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porro</a:t>
            </a:r>
            <a:r>
              <a:rPr lang="en-US" dirty="0"/>
              <a:t> </a:t>
            </a:r>
            <a:r>
              <a:rPr lang="en-US" dirty="0" err="1"/>
              <a:t>quisquam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, qui </a:t>
            </a:r>
            <a:r>
              <a:rPr lang="en-US" dirty="0" err="1"/>
              <a:t>dolorem</a:t>
            </a:r>
            <a:r>
              <a:rPr lang="en-US" dirty="0"/>
              <a:t> ipsum </a:t>
            </a:r>
            <a:r>
              <a:rPr lang="en-US" dirty="0" err="1"/>
              <a:t>quia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, </a:t>
            </a:r>
            <a:r>
              <a:rPr lang="en-US" dirty="0" err="1"/>
              <a:t>adipisci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quia</a:t>
            </a:r>
            <a:r>
              <a:rPr lang="en-US" dirty="0"/>
              <a:t> non </a:t>
            </a:r>
            <a:r>
              <a:rPr lang="en-US" dirty="0" err="1"/>
              <a:t>numquam</a:t>
            </a:r>
            <a:r>
              <a:rPr lang="en-US" dirty="0"/>
              <a:t> </a:t>
            </a:r>
            <a:r>
              <a:rPr lang="en-US" dirty="0" err="1"/>
              <a:t>eius</a:t>
            </a:r>
            <a:r>
              <a:rPr lang="en-US" dirty="0"/>
              <a:t> </a:t>
            </a:r>
            <a:r>
              <a:rPr lang="en-US" dirty="0" err="1"/>
              <a:t>modi</a:t>
            </a:r>
            <a:r>
              <a:rPr lang="en-US" dirty="0"/>
              <a:t> </a:t>
            </a:r>
            <a:r>
              <a:rPr lang="en-US" dirty="0" err="1"/>
              <a:t>tempora</a:t>
            </a:r>
            <a:r>
              <a:rPr lang="en-US" dirty="0"/>
              <a:t> </a:t>
            </a:r>
            <a:r>
              <a:rPr lang="en-US" dirty="0" err="1"/>
              <a:t>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</a:t>
            </a:r>
            <a:r>
              <a:rPr lang="en-US" dirty="0" err="1"/>
              <a:t>magnam</a:t>
            </a:r>
            <a:r>
              <a:rPr lang="en-US" dirty="0"/>
              <a:t>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quaerat</a:t>
            </a:r>
            <a:r>
              <a:rPr lang="en-US" dirty="0"/>
              <a:t> </a:t>
            </a:r>
            <a:r>
              <a:rPr lang="en-US" dirty="0" err="1"/>
              <a:t>voluptatem</a:t>
            </a:r>
            <a:r>
              <a:rPr lang="en-US" dirty="0"/>
              <a:t>.</a:t>
            </a:r>
          </a:p>
        </p:txBody>
      </p:sp>
      <p:sp>
        <p:nvSpPr>
          <p:cNvPr id="16" name="Slide Number Placeholder 5"/>
          <p:cNvSpPr txBox="1">
            <a:spLocks/>
          </p:cNvSpPr>
          <p:nvPr/>
        </p:nvSpPr>
        <p:spPr>
          <a:xfrm>
            <a:off x="348446" y="4909925"/>
            <a:ext cx="511692" cy="161583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rgbClr val="053061"/>
                </a:solidFill>
                <a:latin typeface="Georgia" charset="0"/>
                <a:ea typeface="Georgia" charset="0"/>
                <a:cs typeface="Georgia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285110E-A93C-E24B-BA01-8EFF0EF70079}" type="slidenum">
              <a:rPr lang="en-US" sz="600" b="1" smtClean="0">
                <a:solidFill>
                  <a:schemeClr val="accent6"/>
                </a:solidFill>
                <a:latin typeface="+mn-lt"/>
              </a:rPr>
              <a:pPr/>
              <a:t>‹#›</a:t>
            </a:fld>
            <a:endParaRPr lang="en-US" sz="600" b="1" dirty="0">
              <a:solidFill>
                <a:schemeClr val="accent6"/>
              </a:solidFill>
              <a:latin typeface="+mn-lt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04292" y="4909925"/>
            <a:ext cx="1771056" cy="16158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600" dirty="0">
                <a:solidFill>
                  <a:schemeClr val="accent6"/>
                </a:solidFill>
                <a:latin typeface="+mn-lt"/>
                <a:ea typeface="Georgia" charset="0"/>
                <a:cs typeface="Georgia" charset="0"/>
              </a:rPr>
              <a:t>® 2019 Copyright Genpact. All Rights Reserved.</a:t>
            </a:r>
          </a:p>
        </p:txBody>
      </p:sp>
      <p:sp>
        <p:nvSpPr>
          <p:cNvPr id="33" name="Text Placeholder 22"/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353786"/>
            <a:ext cx="8458200" cy="400050"/>
          </a:xfrm>
          <a:prstGeom prst="rect">
            <a:avLst/>
          </a:prstGeom>
        </p:spPr>
        <p:txBody>
          <a:bodyPr lIns="0" rIns="0" anchor="t"/>
          <a:lstStyle>
            <a:lvl1pPr>
              <a:defRPr sz="2250">
                <a:solidFill>
                  <a:srgbClr val="06316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 dirty="0"/>
              <a:t>Content slide title goes here</a:t>
            </a:r>
          </a:p>
        </p:txBody>
      </p:sp>
      <p:sp>
        <p:nvSpPr>
          <p:cNvPr id="34" name="Text Placeholder 22"/>
          <p:cNvSpPr>
            <a:spLocks noGrp="1"/>
          </p:cNvSpPr>
          <p:nvPr>
            <p:ph type="body" sz="quarter" idx="12" hasCustomPrompt="1"/>
          </p:nvPr>
        </p:nvSpPr>
        <p:spPr>
          <a:xfrm>
            <a:off x="342900" y="732065"/>
            <a:ext cx="8458200" cy="400050"/>
          </a:xfrm>
          <a:prstGeom prst="rect">
            <a:avLst/>
          </a:prstGeom>
        </p:spPr>
        <p:txBody>
          <a:bodyPr lIns="0" rIns="0" anchor="t"/>
          <a:lstStyle>
            <a:lvl1pPr>
              <a:defRPr sz="1650">
                <a:solidFill>
                  <a:srgbClr val="06316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69776" y="4846599"/>
            <a:ext cx="629979" cy="231811"/>
          </a:xfrm>
          <a:prstGeom prst="rect">
            <a:avLst/>
          </a:prstGeom>
        </p:spPr>
      </p:pic>
      <p:grpSp>
        <p:nvGrpSpPr>
          <p:cNvPr id="8" name="Group 7"/>
          <p:cNvGrpSpPr/>
          <p:nvPr/>
        </p:nvGrpSpPr>
        <p:grpSpPr>
          <a:xfrm>
            <a:off x="7193636" y="4846390"/>
            <a:ext cx="903812" cy="231811"/>
            <a:chOff x="9591514" y="6461853"/>
            <a:chExt cx="1205083" cy="309081"/>
          </a:xfrm>
        </p:grpSpPr>
        <p:cxnSp>
          <p:nvCxnSpPr>
            <p:cNvPr id="10" name="Straight Connector 9"/>
            <p:cNvCxnSpPr/>
            <p:nvPr userDrawn="1"/>
          </p:nvCxnSpPr>
          <p:spPr>
            <a:xfrm>
              <a:off x="10796597" y="6461853"/>
              <a:ext cx="0" cy="309081"/>
            </a:xfrm>
            <a:prstGeom prst="line">
              <a:avLst/>
            </a:prstGeom>
            <a:ln w="12700"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1" name="Picture 10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77477" y="6492788"/>
              <a:ext cx="421197" cy="247210"/>
            </a:xfrm>
            <a:prstGeom prst="rect">
              <a:avLst/>
            </a:prstGeom>
          </p:spPr>
        </p:pic>
        <p:cxnSp>
          <p:nvCxnSpPr>
            <p:cNvPr id="12" name="Straight Connector 11"/>
            <p:cNvCxnSpPr/>
            <p:nvPr userDrawn="1"/>
          </p:nvCxnSpPr>
          <p:spPr>
            <a:xfrm>
              <a:off x="10182247" y="6461853"/>
              <a:ext cx="0" cy="309081"/>
            </a:xfrm>
            <a:prstGeom prst="line">
              <a:avLst/>
            </a:prstGeom>
            <a:ln w="12700"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3" name="Picture 12"/>
            <p:cNvPicPr>
              <a:picLocks noChangeAspect="1"/>
            </p:cNvPicPr>
            <p:nvPr userDrawn="1"/>
          </p:nvPicPr>
          <p:blipFill rotWithShape="1">
            <a:blip r:embed="rId4" cstate="print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harpenSoften amount="5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7666" b="27333"/>
            <a:stretch/>
          </p:blipFill>
          <p:spPr>
            <a:xfrm>
              <a:off x="9591514" y="6506348"/>
              <a:ext cx="489087" cy="22009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80820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288">
          <p15:clr>
            <a:srgbClr val="FBAE40"/>
          </p15:clr>
        </p15:guide>
        <p15:guide id="3" pos="7392">
          <p15:clr>
            <a:srgbClr val="FBAE40"/>
          </p15:clr>
        </p15:guide>
        <p15:guide id="5" orient="horz" pos="288">
          <p15:clr>
            <a:srgbClr val="FBAE40"/>
          </p15:clr>
        </p15:guide>
        <p15:guide id="6" orient="horz" pos="4032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Placeholder 23">
            <a:extLst>
              <a:ext uri="{FF2B5EF4-FFF2-40B4-BE49-F238E27FC236}">
                <a16:creationId xmlns:a16="http://schemas.microsoft.com/office/drawing/2014/main" id="{DAACB540-0D06-4741-8E73-EAFB4F64B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650" y="133350"/>
            <a:ext cx="8915400" cy="420624"/>
          </a:xfrm>
          <a:prstGeom prst="rect">
            <a:avLst/>
          </a:prstGeom>
        </p:spPr>
        <p:txBody>
          <a:bodyPr vert="horz" anchor="ctr"/>
          <a:lstStyle/>
          <a:p>
            <a:pPr marL="0" lvl="0" algn="l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6909459D-D75E-4545-A755-957E1087FE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0650" y="666749"/>
            <a:ext cx="8915400" cy="39989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55565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Click to edit Master text styles</a:t>
            </a:r>
          </a:p>
          <a:p>
            <a:pPr marL="0" marR="0" lvl="1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55565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Second level</a:t>
            </a:r>
          </a:p>
          <a:p>
            <a:pPr marL="0" marR="0" lvl="2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55565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Third level</a:t>
            </a:r>
          </a:p>
          <a:p>
            <a:pPr marL="0" marR="0" lvl="3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55565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Fourth level</a:t>
            </a:r>
          </a:p>
          <a:p>
            <a:pPr marL="0" marR="0" lvl="4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55565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Fifth level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55565A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426956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711" r:id="rId2"/>
    <p:sldLayoutId id="2147483713" r:id="rId3"/>
    <p:sldLayoutId id="2147483712" r:id="rId4"/>
    <p:sldLayoutId id="2147483710" r:id="rId5"/>
    <p:sldLayoutId id="2147483714" r:id="rId6"/>
    <p:sldLayoutId id="2147483708" r:id="rId7"/>
    <p:sldLayoutId id="2147483709" r:id="rId8"/>
    <p:sldLayoutId id="2147483719" r:id="rId9"/>
  </p:sldLayoutIdLst>
  <p:txStyles>
    <p:titleStyle>
      <a:lvl1pPr algn="ctr" defTabSz="457200" rtl="0" eaLnBrk="1" latinLnBrk="0" hangingPunct="1">
        <a:spcBef>
          <a:spcPct val="0"/>
        </a:spcBef>
        <a:buNone/>
        <a:defRPr lang="en-US" sz="2400" b="1" kern="1200" baseline="0" dirty="0" smtClean="0">
          <a:solidFill>
            <a:srgbClr val="0C2E65"/>
          </a:solidFill>
          <a:latin typeface="Rock Sans"/>
          <a:ea typeface="+mj-ea"/>
          <a:cs typeface="+mj-cs"/>
        </a:defRPr>
      </a:lvl1pPr>
    </p:titleStyle>
    <p:bodyStyle>
      <a:lvl1pPr marL="0" marR="0" indent="0" algn="l" defTabSz="457200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Tx/>
        <a:buFont typeface="Arial"/>
        <a:buNone/>
        <a:tabLst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571500" marR="0" indent="-223838" algn="l" defTabSz="457200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>
          <a:schemeClr val="accent1"/>
        </a:buClr>
        <a:buSzTx/>
        <a:buFont typeface="Arial" panose="020B0604020202020204" pitchFamily="34" charset="0"/>
        <a:buChar char="•"/>
        <a:tabLst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20750" marR="0" indent="-223838" algn="l" defTabSz="457200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>
          <a:schemeClr val="accent1"/>
        </a:buClr>
        <a:buSzTx/>
        <a:buFont typeface=".AppleSystemUIFont"/>
        <a:buChar char="–"/>
        <a:tabLst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316038" marR="0" indent="-171450" algn="l" defTabSz="457200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>
          <a:schemeClr val="accent1"/>
        </a:buClr>
        <a:buSzTx/>
        <a:buFont typeface="Arial" panose="020B0604020202020204" pitchFamily="34" charset="0"/>
        <a:buChar char="•"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717675" marR="0" indent="-223838" algn="l" defTabSz="457200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Tx/>
        <a:buFont typeface="Arial"/>
        <a:buChar char="»"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  <p15:guide id="3" pos="5692" userDrawn="1">
          <p15:clr>
            <a:srgbClr val="F26B43"/>
          </p15:clr>
        </p15:guide>
        <p15:guide id="4" pos="71" userDrawn="1">
          <p15:clr>
            <a:srgbClr val="F26B43"/>
          </p15:clr>
        </p15:guide>
        <p15:guide id="5" pos="127" userDrawn="1">
          <p15:clr>
            <a:srgbClr val="F26B43"/>
          </p15:clr>
        </p15:guide>
        <p15:guide id="6" pos="5633" userDrawn="1">
          <p15:clr>
            <a:srgbClr val="F26B43"/>
          </p15:clr>
        </p15:guide>
        <p15:guide id="7" pos="2809" userDrawn="1">
          <p15:clr>
            <a:srgbClr val="F26B43"/>
          </p15:clr>
        </p15:guide>
        <p15:guide id="8" pos="2951" userDrawn="1">
          <p15:clr>
            <a:srgbClr val="F26B43"/>
          </p15:clr>
        </p15:guide>
        <p15:guide id="9" orient="horz" pos="1679" userDrawn="1">
          <p15:clr>
            <a:srgbClr val="F26B43"/>
          </p15:clr>
        </p15:guide>
        <p15:guide id="10" orient="horz" pos="1562" userDrawn="1">
          <p15:clr>
            <a:srgbClr val="F26B43"/>
          </p15:clr>
        </p15:guide>
        <p15:guide id="11" orient="horz" pos="84" userDrawn="1">
          <p15:clr>
            <a:srgbClr val="F26B43"/>
          </p15:clr>
        </p15:guide>
        <p15:guide id="13" orient="horz" pos="3026" userDrawn="1">
          <p15:clr>
            <a:srgbClr val="F26B43"/>
          </p15:clr>
        </p15:guide>
        <p15:guide id="14" orient="horz" pos="2939" userDrawn="1">
          <p15:clr>
            <a:srgbClr val="F26B43"/>
          </p15:clr>
        </p15:guide>
        <p15:guide id="15" pos="2744" userDrawn="1">
          <p15:clr>
            <a:srgbClr val="F26B43"/>
          </p15:clr>
        </p15:guide>
        <p15:guide id="16" pos="3016" userDrawn="1">
          <p15:clr>
            <a:srgbClr val="F26B43"/>
          </p15:clr>
        </p15:guide>
        <p15:guide id="17" orient="horz" pos="315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13" Type="http://schemas.openxmlformats.org/officeDocument/2006/relationships/image" Target="../media/image14.wmf"/><Relationship Id="rId3" Type="http://schemas.openxmlformats.org/officeDocument/2006/relationships/hyperlink" Target="https://help.sap.com/doc/saphelp_nw75/7.5.5/en-US/cb/29ad5518022e51e10000000a44147b/frameset.htm" TargetMode="External"/><Relationship Id="rId7" Type="http://schemas.openxmlformats.org/officeDocument/2006/relationships/image" Target="../media/image11.wmf"/><Relationship Id="rId12" Type="http://schemas.openxmlformats.org/officeDocument/2006/relationships/oleObject" Target="../embeddings/oleObject5.bin"/><Relationship Id="rId17" Type="http://schemas.openxmlformats.org/officeDocument/2006/relationships/image" Target="../media/image16.wmf"/><Relationship Id="rId2" Type="http://schemas.openxmlformats.org/officeDocument/2006/relationships/slideLayout" Target="../slideLayouts/slideLayout1.xml"/><Relationship Id="rId16" Type="http://schemas.openxmlformats.org/officeDocument/2006/relationships/oleObject" Target="../embeddings/oleObject7.bin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13.wmf"/><Relationship Id="rId5" Type="http://schemas.openxmlformats.org/officeDocument/2006/relationships/image" Target="../media/image10.wmf"/><Relationship Id="rId15" Type="http://schemas.openxmlformats.org/officeDocument/2006/relationships/image" Target="../media/image15.wmf"/><Relationship Id="rId10" Type="http://schemas.openxmlformats.org/officeDocument/2006/relationships/oleObject" Target="../embeddings/oleObject4.bin"/><Relationship Id="rId4" Type="http://schemas.openxmlformats.org/officeDocument/2006/relationships/oleObject" Target="../embeddings/oleObject1.bin"/><Relationship Id="rId9" Type="http://schemas.openxmlformats.org/officeDocument/2006/relationships/image" Target="../media/image12.wmf"/><Relationship Id="rId14" Type="http://schemas.openxmlformats.org/officeDocument/2006/relationships/oleObject" Target="../embeddings/oleObject6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257B0-1FCB-1349-98A4-F668D4A6D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529" y="2952750"/>
            <a:ext cx="7527620" cy="713850"/>
          </a:xfrm>
        </p:spPr>
        <p:txBody>
          <a:bodyPr/>
          <a:lstStyle/>
          <a:p>
            <a:r>
              <a:rPr lang="en-US" dirty="0" smtClean="0"/>
              <a:t>BW Intl </a:t>
            </a:r>
            <a:r>
              <a:rPr lang="en-US" dirty="0"/>
              <a:t>Inventory Solution </a:t>
            </a:r>
            <a:r>
              <a:rPr lang="en-US" dirty="0" smtClean="0"/>
              <a:t>to HANA</a:t>
            </a:r>
            <a:br>
              <a:rPr lang="en-US" dirty="0" smtClean="0"/>
            </a:br>
            <a:endParaRPr lang="en-US" sz="15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88C750-22ED-A844-BF7C-7BF1762FDB1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7529" y="4045809"/>
            <a:ext cx="3220448" cy="278541"/>
          </a:xfrm>
        </p:spPr>
        <p:txBody>
          <a:bodyPr/>
          <a:lstStyle/>
          <a:p>
            <a:r>
              <a:rPr lang="en-US" b="1" dirty="0" smtClean="0"/>
              <a:t>May </a:t>
            </a:r>
            <a:r>
              <a:rPr lang="en-US" b="1" dirty="0"/>
              <a:t>2019</a:t>
            </a:r>
          </a:p>
        </p:txBody>
      </p:sp>
    </p:spTree>
    <p:extLst>
      <p:ext uri="{BB962C8B-B14F-4D97-AF65-F5344CB8AC3E}">
        <p14:creationId xmlns:p14="http://schemas.microsoft.com/office/powerpoint/2010/main" val="3255634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3E7D5-607D-9E41-9978-031FAA180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Agenda								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31B439-5200-3F40-856F-2C4CF82E11D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6200" y="685801"/>
            <a:ext cx="4572000" cy="1504949"/>
          </a:xfrm>
        </p:spPr>
        <p:txBody>
          <a:bodyPr>
            <a:normAutofit/>
          </a:bodyPr>
          <a:lstStyle/>
          <a:p>
            <a:pPr marL="228600" indent="-228600">
              <a:buAutoNum type="arabicPeriod"/>
            </a:pPr>
            <a:r>
              <a:rPr lang="en-US" sz="1600" dirty="0" smtClean="0"/>
              <a:t>As-IS Data flow</a:t>
            </a:r>
          </a:p>
          <a:p>
            <a:pPr marL="228600" indent="-228600">
              <a:buAutoNum type="arabicPeriod"/>
            </a:pPr>
            <a:r>
              <a:rPr lang="en-US" sz="1600" dirty="0" smtClean="0"/>
              <a:t>Proposed Solution</a:t>
            </a:r>
          </a:p>
          <a:p>
            <a:pPr marL="228600" indent="-228600">
              <a:buAutoNum type="arabicPeriod"/>
            </a:pPr>
            <a:r>
              <a:rPr lang="en-US" sz="1600" dirty="0" smtClean="0"/>
              <a:t>To-Be Architecture</a:t>
            </a:r>
          </a:p>
          <a:p>
            <a:pPr marL="228600" indent="-228600">
              <a:buAutoNum type="arabicPeriod"/>
            </a:pPr>
            <a:r>
              <a:rPr lang="en-US" sz="1600" dirty="0" smtClean="0"/>
              <a:t>Volume and Performance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603523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3E7D5-607D-9E41-9978-031FAA180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As-Is Architecture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31B439-5200-3F40-856F-2C4CF82E11D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81000" y="361950"/>
            <a:ext cx="2971800" cy="3200400"/>
          </a:xfrm>
        </p:spPr>
        <p:txBody>
          <a:bodyPr>
            <a:normAutofit/>
          </a:bodyPr>
          <a:lstStyle/>
          <a:p>
            <a:endParaRPr lang="en-US" sz="1600" dirty="0" smtClean="0"/>
          </a:p>
          <a:p>
            <a:endParaRPr lang="en-US" sz="1600" dirty="0"/>
          </a:p>
          <a:p>
            <a:endParaRPr lang="en-US" sz="1600" dirty="0" smtClean="0"/>
          </a:p>
          <a:p>
            <a:endParaRPr lang="en-US" sz="1600" dirty="0"/>
          </a:p>
          <a:p>
            <a:endParaRPr lang="en-US" sz="1600" dirty="0" smtClean="0"/>
          </a:p>
          <a:p>
            <a:endParaRPr lang="en-US" sz="16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2400" y="741377"/>
            <a:ext cx="2413716" cy="300837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0650" y="782573"/>
            <a:ext cx="3624212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dirty="0" smtClean="0"/>
              <a:t>Two Data flow based on the 2LIS_* data source 3.X data flow, 90% of the std. BI content objects</a:t>
            </a:r>
            <a:br>
              <a:rPr lang="en-US" sz="1400" dirty="0" smtClean="0"/>
            </a:br>
            <a:endParaRPr lang="en-US" sz="1400" dirty="0" smtClean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dirty="0" smtClean="0"/>
              <a:t>Cube - ZMM07 for Summary and Cube-ZMM04 for detail</a:t>
            </a:r>
            <a:br>
              <a:rPr lang="en-US" sz="1400" dirty="0" smtClean="0"/>
            </a:br>
            <a:endParaRPr lang="en-US" sz="1400" dirty="0" smtClean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dirty="0" smtClean="0"/>
              <a:t>60 </a:t>
            </a:r>
            <a:r>
              <a:rPr lang="en-US" sz="1400" dirty="0" err="1" smtClean="0"/>
              <a:t>Bex</a:t>
            </a:r>
            <a:r>
              <a:rPr lang="en-US" sz="1400" dirty="0" smtClean="0"/>
              <a:t> reports based on the last  3 years of usage</a:t>
            </a:r>
            <a:br>
              <a:rPr lang="en-US" sz="1400" dirty="0" smtClean="0"/>
            </a:br>
            <a:endParaRPr lang="en-US" sz="1400" dirty="0" smtClean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dirty="0" smtClean="0"/>
              <a:t>339M records in  ZMM04 and 90M </a:t>
            </a:r>
            <a:r>
              <a:rPr lang="en-US" sz="1400" dirty="0"/>
              <a:t>in </a:t>
            </a:r>
            <a:r>
              <a:rPr lang="en-US" sz="1400" dirty="0" smtClean="0"/>
              <a:t>ZMM07. Delta volume Approx. 80K records</a:t>
            </a:r>
          </a:p>
          <a:p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600" y="782573"/>
            <a:ext cx="2300953" cy="3008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9812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3E7D5-607D-9E41-9978-031FAA180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Solution approach</a:t>
            </a:r>
            <a:endParaRPr lang="en-US" dirty="0"/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4288475333"/>
              </p:ext>
            </p:extLst>
          </p:nvPr>
        </p:nvGraphicFramePr>
        <p:xfrm>
          <a:off x="381000" y="553974"/>
          <a:ext cx="8305800" cy="42275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00075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3E7D5-607D-9E41-9978-031FAA180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Recommended architecture</a:t>
            </a:r>
            <a:r>
              <a:rPr lang="en-US" dirty="0" smtClean="0"/>
              <a:t> 								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31B439-5200-3F40-856F-2C4CF82E11D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0" y="685801"/>
            <a:ext cx="4572000" cy="3181349"/>
          </a:xfrm>
        </p:spPr>
        <p:txBody>
          <a:bodyPr>
            <a:normAutofit/>
          </a:bodyPr>
          <a:lstStyle/>
          <a:p>
            <a:endParaRPr lang="en-US" sz="1200" dirty="0"/>
          </a:p>
        </p:txBody>
      </p:sp>
      <p:sp>
        <p:nvSpPr>
          <p:cNvPr id="7" name="TextBox 6"/>
          <p:cNvSpPr txBox="1"/>
          <p:nvPr/>
        </p:nvSpPr>
        <p:spPr>
          <a:xfrm>
            <a:off x="4970205" y="679041"/>
            <a:ext cx="4065845" cy="3385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Key Features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dirty="0"/>
              <a:t>LSA++ Architecture incl. corporate </a:t>
            </a:r>
            <a:r>
              <a:rPr lang="en-US" sz="1400" dirty="0" smtClean="0"/>
              <a:t>memory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dirty="0" smtClean="0"/>
              <a:t>Usage of </a:t>
            </a:r>
            <a:r>
              <a:rPr lang="en-US" sz="1400" dirty="0" err="1" smtClean="0"/>
              <a:t>aDSO</a:t>
            </a:r>
            <a:r>
              <a:rPr lang="en-US" sz="1400" dirty="0" smtClean="0"/>
              <a:t> and Composite provider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dirty="0" smtClean="0"/>
              <a:t>Virtual Data Mart Layer</a:t>
            </a:r>
            <a:endParaRPr lang="en-US" sz="14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dirty="0" smtClean="0"/>
              <a:t>Account </a:t>
            </a:r>
            <a:r>
              <a:rPr lang="en-US" sz="1400" dirty="0"/>
              <a:t>based model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dirty="0" smtClean="0"/>
              <a:t>Three </a:t>
            </a:r>
            <a:r>
              <a:rPr lang="en-US" sz="1400" dirty="0"/>
              <a:t>key figures: Stock quantity, stock value and valuated stock </a:t>
            </a:r>
            <a:r>
              <a:rPr lang="en-US" sz="1400" dirty="0" smtClean="0"/>
              <a:t>quantity</a:t>
            </a:r>
          </a:p>
          <a:p>
            <a:endParaRPr lang="en-US" sz="1400" dirty="0" smtClean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400" dirty="0" smtClean="0"/>
              <a:t>Advantage: Uses </a:t>
            </a:r>
            <a:r>
              <a:rPr lang="en-US" sz="1400" dirty="0"/>
              <a:t>less database space, less rule groups required in BW transformations, more flexibility when creating/adjusting key figures without need to reload </a:t>
            </a:r>
            <a:r>
              <a:rPr lang="en-US" sz="1400" dirty="0" smtClean="0"/>
              <a:t>data.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400" dirty="0" smtClean="0"/>
              <a:t>Disadvantage</a:t>
            </a:r>
            <a:r>
              <a:rPr lang="en-US" sz="1400" dirty="0"/>
              <a:t>: The load for the OLAP processor is higher and there is more work during the query definition.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650" y="4019550"/>
            <a:ext cx="4451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             Hana Optimized BI Content 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8" y="679040"/>
            <a:ext cx="4874341" cy="3264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06522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157481-80BE-4A4D-BF40-54A4FCA20F7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42900" y="353786"/>
            <a:ext cx="8458200" cy="389164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Volume/Performance Consideration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533400" y="895350"/>
            <a:ext cx="667430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313" indent="-214313">
              <a:buFont typeface="Arial" panose="020B0604020202020204" pitchFamily="34" charset="0"/>
              <a:buChar char="•"/>
            </a:pPr>
            <a:endParaRPr lang="en-US" sz="1400" dirty="0" smtClean="0">
              <a:solidFill>
                <a:srgbClr val="55565A"/>
              </a:solidFill>
              <a:latin typeface="Arial"/>
            </a:endParaRP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400" dirty="0" smtClean="0">
                <a:solidFill>
                  <a:srgbClr val="55565A"/>
                </a:solidFill>
              </a:rPr>
              <a:t>Corporate Memory </a:t>
            </a:r>
            <a:r>
              <a:rPr lang="en-US" sz="1400" dirty="0" err="1" smtClean="0">
                <a:solidFill>
                  <a:srgbClr val="55565A"/>
                </a:solidFill>
              </a:rPr>
              <a:t>aDSO</a:t>
            </a:r>
            <a:r>
              <a:rPr lang="en-US" sz="1400" dirty="0" smtClean="0">
                <a:solidFill>
                  <a:srgbClr val="55565A"/>
                </a:solidFill>
              </a:rPr>
              <a:t> </a:t>
            </a:r>
            <a:r>
              <a:rPr lang="en-US" sz="1400" dirty="0">
                <a:solidFill>
                  <a:srgbClr val="55565A"/>
                </a:solidFill>
              </a:rPr>
              <a:t> </a:t>
            </a:r>
            <a:r>
              <a:rPr lang="en-US" sz="1400" dirty="0" smtClean="0">
                <a:solidFill>
                  <a:srgbClr val="55565A"/>
                </a:solidFill>
              </a:rPr>
              <a:t>will be stored in Cold Memory via NLS 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400" dirty="0" smtClean="0">
                <a:solidFill>
                  <a:srgbClr val="55565A"/>
                </a:solidFill>
              </a:rPr>
              <a:t>6 month’s of historical movement will be stored in Hot memory and rest of the data will be stored in cold memory 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400" dirty="0" smtClean="0">
                <a:solidFill>
                  <a:srgbClr val="55565A"/>
                </a:solidFill>
              </a:rPr>
              <a:t>Based on 3 year’s of usage, 60 </a:t>
            </a:r>
            <a:r>
              <a:rPr lang="en-US" sz="1400" dirty="0" err="1" smtClean="0">
                <a:solidFill>
                  <a:srgbClr val="55565A"/>
                </a:solidFill>
              </a:rPr>
              <a:t>Bex</a:t>
            </a:r>
            <a:r>
              <a:rPr lang="en-US" sz="1400" dirty="0" smtClean="0">
                <a:solidFill>
                  <a:srgbClr val="55565A"/>
                </a:solidFill>
              </a:rPr>
              <a:t> query can be consolidated to 15 to 20 query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55565A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21415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3E7D5-607D-9E41-9978-031FAA180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SAP Note and Links for Inventory</a:t>
            </a:r>
            <a:r>
              <a:rPr lang="en-US" dirty="0" smtClean="0"/>
              <a:t>							</a:t>
            </a:r>
            <a:endParaRPr lang="en-US" dirty="0"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0868993"/>
              </p:ext>
            </p:extLst>
          </p:nvPr>
        </p:nvGraphicFramePr>
        <p:xfrm>
          <a:off x="533400" y="662519"/>
          <a:ext cx="6553200" cy="40063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600">
                  <a:extLst>
                    <a:ext uri="{9D8B030D-6E8A-4147-A177-3AD203B41FA5}">
                      <a16:colId xmlns:a16="http://schemas.microsoft.com/office/drawing/2014/main" val="435815268"/>
                    </a:ext>
                  </a:extLst>
                </a:gridCol>
                <a:gridCol w="3276600">
                  <a:extLst>
                    <a:ext uri="{9D8B030D-6E8A-4147-A177-3AD203B41FA5}">
                      <a16:colId xmlns:a16="http://schemas.microsoft.com/office/drawing/2014/main" val="1643011248"/>
                    </a:ext>
                  </a:extLst>
                </a:gridCol>
              </a:tblGrid>
              <a:tr h="393222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SAP Note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 Document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0114426"/>
                  </a:ext>
                </a:extLst>
              </a:tr>
              <a:tr h="467934">
                <a:tc>
                  <a:txBody>
                    <a:bodyPr/>
                    <a:lstStyle/>
                    <a:p>
                      <a:r>
                        <a:rPr lang="en-US" sz="10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586163 - Composite SAP Note for SAP ERP Inventory Management in SAP BW</a:t>
                      </a:r>
                      <a:endParaRPr lang="en-US" sz="10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0441445"/>
                  </a:ext>
                </a:extLst>
              </a:tr>
              <a:tr h="467934">
                <a:tc>
                  <a:txBody>
                    <a:bodyPr/>
                    <a:lstStyle/>
                    <a:p>
                      <a:r>
                        <a:rPr lang="en-US" sz="10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1548125 - Interesting Facts about Non-</a:t>
                      </a:r>
                      <a:r>
                        <a:rPr lang="en-US" sz="1000" b="0" i="0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Cumulatives</a:t>
                      </a:r>
                      <a:r>
                        <a:rPr lang="en-US" sz="10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00" b="0" i="0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KeyFigure</a:t>
                      </a:r>
                      <a:endParaRPr lang="en-US" sz="1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5459719"/>
                  </a:ext>
                </a:extLst>
              </a:tr>
              <a:tr h="467934">
                <a:tc>
                  <a:txBody>
                    <a:bodyPr/>
                    <a:lstStyle/>
                    <a:p>
                      <a:r>
                        <a:rPr lang="en-US" sz="10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2215265 - Near-line storage (NLS) for advanced DSO</a:t>
                      </a:r>
                      <a:endParaRPr lang="en-US" sz="1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4796304"/>
                  </a:ext>
                </a:extLst>
              </a:tr>
              <a:tr h="569407">
                <a:tc>
                  <a:txBody>
                    <a:bodyPr/>
                    <a:lstStyle/>
                    <a:p>
                      <a:r>
                        <a:rPr lang="en-US" sz="10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2325774 - Data Mart Extraction from non-cumulative (</a:t>
                      </a:r>
                      <a:r>
                        <a:rPr lang="en-US" sz="1000" b="0" i="0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ncum</a:t>
                      </a:r>
                      <a:r>
                        <a:rPr lang="en-US" sz="10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lang="en-US" sz="1000" b="0" i="0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InfoCubes</a:t>
                      </a:r>
                      <a:r>
                        <a:rPr lang="en-US" sz="10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and </a:t>
                      </a:r>
                      <a:r>
                        <a:rPr lang="en-US" sz="1000" b="0" i="0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aDSOs</a:t>
                      </a:r>
                      <a:endParaRPr lang="en-US" sz="1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523042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sz="10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1932459 - </a:t>
                      </a:r>
                      <a:r>
                        <a:rPr lang="en-US" sz="1000" b="0" i="0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DataSource</a:t>
                      </a:r>
                      <a:r>
                        <a:rPr lang="en-US" sz="10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Data loading to multiple SAP BW</a:t>
                      </a:r>
                      <a:endParaRPr lang="en-US" sz="1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7974998"/>
                  </a:ext>
                </a:extLst>
              </a:tr>
              <a:tr h="393222">
                <a:tc>
                  <a:txBody>
                    <a:bodyPr/>
                    <a:lstStyle/>
                    <a:p>
                      <a:r>
                        <a:rPr lang="en-US" sz="10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2232584 - Release of SAP extractors for ODP replication</a:t>
                      </a:r>
                      <a:endParaRPr lang="en-US" sz="1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654344"/>
                  </a:ext>
                </a:extLst>
              </a:tr>
              <a:tr h="393222">
                <a:tc>
                  <a:txBody>
                    <a:bodyPr/>
                    <a:lstStyle/>
                    <a:p>
                      <a:r>
                        <a:rPr lang="en-US" sz="10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BW 7.5 Inventory </a:t>
                      </a:r>
                      <a:r>
                        <a:rPr lang="en-US" sz="1000" b="0" i="0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mng</a:t>
                      </a:r>
                      <a:endParaRPr lang="en-US" sz="1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1687767"/>
                  </a:ext>
                </a:extLst>
              </a:tr>
              <a:tr h="393222">
                <a:tc>
                  <a:txBody>
                    <a:bodyPr/>
                    <a:lstStyle/>
                    <a:p>
                      <a:r>
                        <a:rPr lang="en-US" sz="10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HANA Optimized BI-Content Link</a:t>
                      </a:r>
                      <a:endParaRPr lang="en-US" sz="1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hlinkClick r:id="rId3"/>
                        </a:rPr>
                        <a:t>https://help.sap.com/doc/saphelp_nw75/7.5.5/en-US/cb/29ad5518022e51e10000000a44147b/frameset.htm</a:t>
                      </a:r>
                      <a:endParaRPr 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1239861"/>
                  </a:ext>
                </a:extLst>
              </a:tr>
            </a:tbl>
          </a:graphicData>
        </a:graphic>
      </p:graphicFrame>
      <p:graphicFrame>
        <p:nvGraphicFramePr>
          <p:cNvPr id="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875097"/>
              </p:ext>
            </p:extLst>
          </p:nvPr>
        </p:nvGraphicFramePr>
        <p:xfrm>
          <a:off x="4191000" y="1123950"/>
          <a:ext cx="990600" cy="4838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6" name="Acrobat Document" showAsIcon="1" r:id="rId4" imgW="914400" imgH="771480" progId="AcroExch.Document.DC">
                  <p:embed/>
                </p:oleObj>
              </mc:Choice>
              <mc:Fallback>
                <p:oleObj name="Acrobat Document" showAsIcon="1" r:id="rId4" imgW="914400" imgH="771480" progId="AcroExch.Document.DC">
                  <p:embed/>
                  <p:pic>
                    <p:nvPicPr>
                      <p:cNvPr id="15" name="Object 14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191000" y="1123950"/>
                        <a:ext cx="990600" cy="48385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9873070"/>
              </p:ext>
            </p:extLst>
          </p:nvPr>
        </p:nvGraphicFramePr>
        <p:xfrm>
          <a:off x="4286250" y="1607806"/>
          <a:ext cx="800100" cy="385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7" name="Acrobat Document" showAsIcon="1" r:id="rId6" imgW="914400" imgH="771480" progId="AcroExch.Document.DC">
                  <p:embed/>
                </p:oleObj>
              </mc:Choice>
              <mc:Fallback>
                <p:oleObj name="Acrobat Document" showAsIcon="1" r:id="rId6" imgW="914400" imgH="771480" progId="AcroExch.Document.DC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286250" y="1607806"/>
                        <a:ext cx="800100" cy="3857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0341506"/>
              </p:ext>
            </p:extLst>
          </p:nvPr>
        </p:nvGraphicFramePr>
        <p:xfrm>
          <a:off x="4324350" y="1993568"/>
          <a:ext cx="762000" cy="538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8" name="Acrobat Document" showAsIcon="1" r:id="rId8" imgW="914400" imgH="771480" progId="AcroExch.Document.DC">
                  <p:embed/>
                </p:oleObj>
              </mc:Choice>
              <mc:Fallback>
                <p:oleObj name="Acrobat Document" showAsIcon="1" r:id="rId8" imgW="914400" imgH="771480" progId="AcroExch.Document.DC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324350" y="1993568"/>
                        <a:ext cx="762000" cy="5381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5420628"/>
              </p:ext>
            </p:extLst>
          </p:nvPr>
        </p:nvGraphicFramePr>
        <p:xfrm>
          <a:off x="4229100" y="2531730"/>
          <a:ext cx="914400" cy="5734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9" name="Acrobat Document" showAsIcon="1" r:id="rId10" imgW="914400" imgH="771480" progId="AcroExch.Document.DC">
                  <p:embed/>
                </p:oleObj>
              </mc:Choice>
              <mc:Fallback>
                <p:oleObj name="Acrobat Document" showAsIcon="1" r:id="rId10" imgW="914400" imgH="771480" progId="AcroExch.Document.DC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229100" y="2531730"/>
                        <a:ext cx="914400" cy="5734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2572627"/>
              </p:ext>
            </p:extLst>
          </p:nvPr>
        </p:nvGraphicFramePr>
        <p:xfrm>
          <a:off x="4276725" y="3069238"/>
          <a:ext cx="819150" cy="4572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0" name="Acrobat Document" showAsIcon="1" r:id="rId12" imgW="914400" imgH="771480" progId="AcroExch.Document.DC">
                  <p:embed/>
                </p:oleObj>
              </mc:Choice>
              <mc:Fallback>
                <p:oleObj name="Acrobat Document" showAsIcon="1" r:id="rId12" imgW="914400" imgH="771480" progId="AcroExch.Document.DC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4276725" y="3069238"/>
                        <a:ext cx="819150" cy="45720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476509"/>
              </p:ext>
            </p:extLst>
          </p:nvPr>
        </p:nvGraphicFramePr>
        <p:xfrm>
          <a:off x="4248150" y="3490527"/>
          <a:ext cx="914400" cy="4876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1" name="Acrobat Document" showAsIcon="1" r:id="rId14" imgW="914400" imgH="771480" progId="AcroExch.Document.DC">
                  <p:embed/>
                </p:oleObj>
              </mc:Choice>
              <mc:Fallback>
                <p:oleObj name="Acrobat Document" showAsIcon="1" r:id="rId14" imgW="914400" imgH="771480" progId="AcroExch.Document.DC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4248150" y="3490527"/>
                        <a:ext cx="914400" cy="48769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7211657"/>
              </p:ext>
            </p:extLst>
          </p:nvPr>
        </p:nvGraphicFramePr>
        <p:xfrm>
          <a:off x="4236781" y="3911816"/>
          <a:ext cx="914400" cy="4517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2" name="Acrobat Document" showAsIcon="1" r:id="rId16" imgW="914400" imgH="771480" progId="AcroExch.Document.DC">
                  <p:embed/>
                </p:oleObj>
              </mc:Choice>
              <mc:Fallback>
                <p:oleObj name="Acrobat Document" showAsIcon="1" r:id="rId16" imgW="914400" imgH="771480" progId="AcroExch.Document.DC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4236781" y="3911816"/>
                        <a:ext cx="914400" cy="4517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97832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porary New GMO PPT Template">
  <a:themeElements>
    <a:clrScheme name="GMO Colors ">
      <a:dk1>
        <a:srgbClr val="000000"/>
      </a:dk1>
      <a:lt1>
        <a:sysClr val="window" lastClr="FFFFFF"/>
      </a:lt1>
      <a:dk2>
        <a:srgbClr val="0C3F8E"/>
      </a:dk2>
      <a:lt2>
        <a:srgbClr val="0C2E65"/>
      </a:lt2>
      <a:accent1>
        <a:srgbClr val="1565C0"/>
      </a:accent1>
      <a:accent2>
        <a:srgbClr val="2196F3"/>
      </a:accent2>
      <a:accent3>
        <a:srgbClr val="64B5F6"/>
      </a:accent3>
      <a:accent4>
        <a:srgbClr val="009D59"/>
      </a:accent4>
      <a:accent5>
        <a:srgbClr val="FA4B18"/>
      </a:accent5>
      <a:accent6>
        <a:srgbClr val="FAAB11"/>
      </a:accent6>
      <a:hlink>
        <a:srgbClr val="2196F3"/>
      </a:hlink>
      <a:folHlink>
        <a:srgbClr val="64B5F6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2" id="{99AC5AA3-53F7-4368-BB48-8ABBE4CC4B9B}" vid="{A1AE7CE6-EE3F-45C8-9EEB-A37D52ECA23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4982CAB051E2C439C51D7263070F294" ma:contentTypeVersion="4" ma:contentTypeDescription="Create a new document." ma:contentTypeScope="" ma:versionID="0767a319f0ced094303b56d6078ab228">
  <xsd:schema xmlns:xsd="http://www.w3.org/2001/XMLSchema" xmlns:xs="http://www.w3.org/2001/XMLSchema" xmlns:p="http://schemas.microsoft.com/office/2006/metadata/properties" xmlns:ns2="e1cd11ec-8624-4137-a747-b858e495b347" xmlns:ns3="afc05355-2106-4641-b0c0-b5e6d1222f4a" targetNamespace="http://schemas.microsoft.com/office/2006/metadata/properties" ma:root="true" ma:fieldsID="a49ad63d966805f68e1df98e908d0690" ns2:_="" ns3:_="">
    <xsd:import namespace="e1cd11ec-8624-4137-a747-b858e495b347"/>
    <xsd:import namespace="afc05355-2106-4641-b0c0-b5e6d1222f4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cd11ec-8624-4137-a747-b858e495b34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fc05355-2106-4641-b0c0-b5e6d1222f4a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AEDDA13-C234-4926-8D1E-6E36545838A2}"/>
</file>

<file path=customXml/itemProps2.xml><?xml version="1.0" encoding="utf-8"?>
<ds:datastoreItem xmlns:ds="http://schemas.openxmlformats.org/officeDocument/2006/customXml" ds:itemID="{628BDA1D-A828-4F88-B5A5-D9A21FE7CACF}"/>
</file>

<file path=customXml/itemProps3.xml><?xml version="1.0" encoding="utf-8"?>
<ds:datastoreItem xmlns:ds="http://schemas.openxmlformats.org/officeDocument/2006/customXml" ds:itemID="{A5ED7347-B68B-4ADD-9921-3B6BA8894BA0}"/>
</file>

<file path=docProps/app.xml><?xml version="1.0" encoding="utf-8"?>
<Properties xmlns="http://schemas.openxmlformats.org/officeDocument/2006/extended-properties" xmlns:vt="http://schemas.openxmlformats.org/officeDocument/2006/docPropsVTypes">
  <Template>NBCU IT</Template>
  <TotalTime>5641</TotalTime>
  <Words>459</Words>
  <Application>Microsoft Office PowerPoint</Application>
  <PresentationFormat>On-screen Show (16:9)</PresentationFormat>
  <Paragraphs>64</Paragraphs>
  <Slides>7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6" baseType="lpstr">
      <vt:lpstr>.AppleSystemUIFont</vt:lpstr>
      <vt:lpstr>Arial</vt:lpstr>
      <vt:lpstr>Calibri</vt:lpstr>
      <vt:lpstr>Courier New</vt:lpstr>
      <vt:lpstr>Georgia</vt:lpstr>
      <vt:lpstr>Rock Sans</vt:lpstr>
      <vt:lpstr>Wingdings</vt:lpstr>
      <vt:lpstr>Temporary New GMO PPT Template</vt:lpstr>
      <vt:lpstr>Acrobat Document</vt:lpstr>
      <vt:lpstr>BW Intl Inventory Solution to HANA </vt:lpstr>
      <vt:lpstr>Agenda        </vt:lpstr>
      <vt:lpstr>As-Is Architecture</vt:lpstr>
      <vt:lpstr>Solution approach</vt:lpstr>
      <vt:lpstr>Recommended architecture         </vt:lpstr>
      <vt:lpstr>PowerPoint Presentation</vt:lpstr>
      <vt:lpstr>SAP Note and Links for Inventory       </vt:lpstr>
    </vt:vector>
  </TitlesOfParts>
  <Company>NBCUniversal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Kumpitch, Jonas (206578178)</dc:creator>
  <cp:lastModifiedBy>Podder, Somen</cp:lastModifiedBy>
  <cp:revision>353</cp:revision>
  <cp:lastPrinted>2018-03-13T17:38:27Z</cp:lastPrinted>
  <dcterms:created xsi:type="dcterms:W3CDTF">2018-05-02T16:46:43Z</dcterms:created>
  <dcterms:modified xsi:type="dcterms:W3CDTF">2019-06-18T12:02:45Z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0x01010014982CAB051E2C439C51D7263070F294</vt:lpwstr>
  </property>
</Properties>
</file>